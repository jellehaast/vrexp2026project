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71" r:id="rId12"/>
    <p:sldId id="272" r:id="rId13"/>
    <p:sldId id="262" r:id="rId14"/>
    <p:sldId id="263" r:id="rId15"/>
    <p:sldId id="264" r:id="rId16"/>
    <p:sldId id="265" r:id="rId17"/>
    <p:sldId id="266" r:id="rId18"/>
    <p:sldId id="273" r:id="rId1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6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C053B0-225B-4AFF-8D6B-80DE40B27ED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79F105B-E3DD-4727-8D15-6494D065EC6A}">
      <dgm:prSet/>
      <dgm:spPr/>
      <dgm:t>
        <a:bodyPr/>
        <a:lstStyle/>
        <a:p>
          <a:r>
            <a:rPr lang="nl-BE"/>
            <a:t>XR Interaction Toolkit (Unity)</a:t>
          </a:r>
          <a:endParaRPr lang="en-US"/>
        </a:p>
      </dgm:t>
    </dgm:pt>
    <dgm:pt modelId="{E3EBDA3C-D0AA-4978-A12A-D9BD75978876}" type="parTrans" cxnId="{F2C701C8-F60A-4378-B583-22A364E9FECD}">
      <dgm:prSet/>
      <dgm:spPr/>
      <dgm:t>
        <a:bodyPr/>
        <a:lstStyle/>
        <a:p>
          <a:endParaRPr lang="en-US"/>
        </a:p>
      </dgm:t>
    </dgm:pt>
    <dgm:pt modelId="{83500749-3ECF-412D-BA47-731BE8781F63}" type="sibTrans" cxnId="{F2C701C8-F60A-4378-B583-22A364E9FECD}">
      <dgm:prSet/>
      <dgm:spPr/>
      <dgm:t>
        <a:bodyPr/>
        <a:lstStyle/>
        <a:p>
          <a:endParaRPr lang="en-US"/>
        </a:p>
      </dgm:t>
    </dgm:pt>
    <dgm:pt modelId="{587A1777-589E-46C4-8C2A-610FF357CD79}">
      <dgm:prSet/>
      <dgm:spPr/>
      <dgm:t>
        <a:bodyPr/>
        <a:lstStyle/>
        <a:p>
          <a:r>
            <a:rPr lang="nl-BE"/>
            <a:t>Elk onderdeel een eigen map</a:t>
          </a:r>
          <a:endParaRPr lang="en-US"/>
        </a:p>
      </dgm:t>
    </dgm:pt>
    <dgm:pt modelId="{D9C910C7-8428-4F47-A054-3DB3B15EEE77}" type="parTrans" cxnId="{77249321-CC54-44D6-B392-05480B28D1FA}">
      <dgm:prSet/>
      <dgm:spPr/>
      <dgm:t>
        <a:bodyPr/>
        <a:lstStyle/>
        <a:p>
          <a:endParaRPr lang="en-US"/>
        </a:p>
      </dgm:t>
    </dgm:pt>
    <dgm:pt modelId="{7D52D74F-7E00-471B-9BF6-A7758F5A5CE2}" type="sibTrans" cxnId="{77249321-CC54-44D6-B392-05480B28D1FA}">
      <dgm:prSet/>
      <dgm:spPr/>
      <dgm:t>
        <a:bodyPr/>
        <a:lstStyle/>
        <a:p>
          <a:endParaRPr lang="en-US"/>
        </a:p>
      </dgm:t>
    </dgm:pt>
    <dgm:pt modelId="{7A183C79-161A-4AF3-B470-91E5F62099BA}">
      <dgm:prSet/>
      <dgm:spPr/>
      <dgm:t>
        <a:bodyPr/>
        <a:lstStyle/>
        <a:p>
          <a:r>
            <a:rPr lang="nl-BE"/>
            <a:t>Elks een eigen test omgeving</a:t>
          </a:r>
          <a:endParaRPr lang="en-US"/>
        </a:p>
      </dgm:t>
    </dgm:pt>
    <dgm:pt modelId="{DEB8959B-CF42-4CA3-88AE-F5DEEF07E1F1}" type="parTrans" cxnId="{1D53FEE3-7D35-4FA2-9383-9B5B38E19D35}">
      <dgm:prSet/>
      <dgm:spPr/>
      <dgm:t>
        <a:bodyPr/>
        <a:lstStyle/>
        <a:p>
          <a:endParaRPr lang="en-US"/>
        </a:p>
      </dgm:t>
    </dgm:pt>
    <dgm:pt modelId="{C417258D-C716-47A7-8B36-9FEFDF630EA6}" type="sibTrans" cxnId="{1D53FEE3-7D35-4FA2-9383-9B5B38E19D35}">
      <dgm:prSet/>
      <dgm:spPr/>
      <dgm:t>
        <a:bodyPr/>
        <a:lstStyle/>
        <a:p>
          <a:endParaRPr lang="en-US"/>
        </a:p>
      </dgm:t>
    </dgm:pt>
    <dgm:pt modelId="{F400F32C-3133-4403-9507-FDA4EDA4DF2E}">
      <dgm:prSet/>
      <dgm:spPr/>
      <dgm:t>
        <a:bodyPr/>
        <a:lstStyle/>
        <a:p>
          <a:r>
            <a:rPr lang="nl-BE"/>
            <a:t>Meta quest 2/3 performantie target</a:t>
          </a:r>
          <a:endParaRPr lang="en-US"/>
        </a:p>
      </dgm:t>
    </dgm:pt>
    <dgm:pt modelId="{64BAC0CC-22B0-4A45-94D2-3116F2109335}" type="sibTrans" cxnId="{1D14B56D-8E7A-47C5-A7B8-197FC90215B6}">
      <dgm:prSet/>
      <dgm:spPr/>
      <dgm:t>
        <a:bodyPr/>
        <a:lstStyle/>
        <a:p>
          <a:endParaRPr lang="en-US"/>
        </a:p>
      </dgm:t>
    </dgm:pt>
    <dgm:pt modelId="{A3953AB4-1C85-40B6-98DC-BF23B1B2A5DC}" type="parTrans" cxnId="{1D14B56D-8E7A-47C5-A7B8-197FC90215B6}">
      <dgm:prSet/>
      <dgm:spPr/>
      <dgm:t>
        <a:bodyPr/>
        <a:lstStyle/>
        <a:p>
          <a:endParaRPr lang="en-US"/>
        </a:p>
      </dgm:t>
    </dgm:pt>
    <dgm:pt modelId="{520A1CBF-160E-4FE0-8F43-99B61AA5D952}" type="pres">
      <dgm:prSet presAssocID="{ABC053B0-225B-4AFF-8D6B-80DE40B27ED9}" presName="root" presStyleCnt="0">
        <dgm:presLayoutVars>
          <dgm:dir/>
          <dgm:resizeHandles val="exact"/>
        </dgm:presLayoutVars>
      </dgm:prSet>
      <dgm:spPr/>
    </dgm:pt>
    <dgm:pt modelId="{55FBF27D-7F51-4871-8E9F-254F1E2631F3}" type="pres">
      <dgm:prSet presAssocID="{679F105B-E3DD-4727-8D15-6494D065EC6A}" presName="compNode" presStyleCnt="0"/>
      <dgm:spPr/>
    </dgm:pt>
    <dgm:pt modelId="{92BE5EFE-0328-4B28-BA67-182771749383}" type="pres">
      <dgm:prSet presAssocID="{679F105B-E3DD-4727-8D15-6494D065EC6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ulpmiddelen"/>
        </a:ext>
      </dgm:extLst>
    </dgm:pt>
    <dgm:pt modelId="{9868ABF9-BC02-46F3-92A6-184EE5755D80}" type="pres">
      <dgm:prSet presAssocID="{679F105B-E3DD-4727-8D15-6494D065EC6A}" presName="spaceRect" presStyleCnt="0"/>
      <dgm:spPr/>
    </dgm:pt>
    <dgm:pt modelId="{1D00FD48-508A-4995-9C45-A594E0B2DB70}" type="pres">
      <dgm:prSet presAssocID="{679F105B-E3DD-4727-8D15-6494D065EC6A}" presName="textRect" presStyleLbl="revTx" presStyleIdx="0" presStyleCnt="4">
        <dgm:presLayoutVars>
          <dgm:chMax val="1"/>
          <dgm:chPref val="1"/>
        </dgm:presLayoutVars>
      </dgm:prSet>
      <dgm:spPr/>
    </dgm:pt>
    <dgm:pt modelId="{149B7FD3-819D-4EFF-B2D1-625933976AAB}" type="pres">
      <dgm:prSet presAssocID="{83500749-3ECF-412D-BA47-731BE8781F63}" presName="sibTrans" presStyleCnt="0"/>
      <dgm:spPr/>
    </dgm:pt>
    <dgm:pt modelId="{44FE21FE-CBCF-4687-94A8-D0D9C8B07FE5}" type="pres">
      <dgm:prSet presAssocID="{587A1777-589E-46C4-8C2A-610FF357CD79}" presName="compNode" presStyleCnt="0"/>
      <dgm:spPr/>
    </dgm:pt>
    <dgm:pt modelId="{AB961A2C-2181-430A-8B1E-7B5FF8BD9E57}" type="pres">
      <dgm:prSet presAssocID="{587A1777-589E-46C4-8C2A-610FF357CD7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D113A25-2A4E-4E14-B882-10DBC6041F51}" type="pres">
      <dgm:prSet presAssocID="{587A1777-589E-46C4-8C2A-610FF357CD79}" presName="spaceRect" presStyleCnt="0"/>
      <dgm:spPr/>
    </dgm:pt>
    <dgm:pt modelId="{7A1AE868-585D-488F-8E09-81028116D3A5}" type="pres">
      <dgm:prSet presAssocID="{587A1777-589E-46C4-8C2A-610FF357CD79}" presName="textRect" presStyleLbl="revTx" presStyleIdx="1" presStyleCnt="4">
        <dgm:presLayoutVars>
          <dgm:chMax val="1"/>
          <dgm:chPref val="1"/>
        </dgm:presLayoutVars>
      </dgm:prSet>
      <dgm:spPr/>
    </dgm:pt>
    <dgm:pt modelId="{F5A2C40B-23B2-47F8-8180-8B6543E5947D}" type="pres">
      <dgm:prSet presAssocID="{7D52D74F-7E00-471B-9BF6-A7758F5A5CE2}" presName="sibTrans" presStyleCnt="0"/>
      <dgm:spPr/>
    </dgm:pt>
    <dgm:pt modelId="{7518FCA0-3DFE-4D1A-BBEC-AF966E8E070E}" type="pres">
      <dgm:prSet presAssocID="{7A183C79-161A-4AF3-B470-91E5F62099BA}" presName="compNode" presStyleCnt="0"/>
      <dgm:spPr/>
    </dgm:pt>
    <dgm:pt modelId="{876E301F-DA69-4F07-9A54-6BD641F9EB4D}" type="pres">
      <dgm:prSet presAssocID="{7A183C79-161A-4AF3-B470-91E5F62099BA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art met speld met effen opvulling"/>
        </a:ext>
      </dgm:extLst>
    </dgm:pt>
    <dgm:pt modelId="{99EA2DAD-83CD-4C79-A536-FBEFEEFA57EC}" type="pres">
      <dgm:prSet presAssocID="{7A183C79-161A-4AF3-B470-91E5F62099BA}" presName="spaceRect" presStyleCnt="0"/>
      <dgm:spPr/>
    </dgm:pt>
    <dgm:pt modelId="{DA09187E-CB5D-438C-B296-8FD34ED9160B}" type="pres">
      <dgm:prSet presAssocID="{7A183C79-161A-4AF3-B470-91E5F62099BA}" presName="textRect" presStyleLbl="revTx" presStyleIdx="2" presStyleCnt="4">
        <dgm:presLayoutVars>
          <dgm:chMax val="1"/>
          <dgm:chPref val="1"/>
        </dgm:presLayoutVars>
      </dgm:prSet>
      <dgm:spPr/>
    </dgm:pt>
    <dgm:pt modelId="{0F7CEFAF-342F-432F-A0EE-4C795D56CB69}" type="pres">
      <dgm:prSet presAssocID="{C417258D-C716-47A7-8B36-9FEFDF630EA6}" presName="sibTrans" presStyleCnt="0"/>
      <dgm:spPr/>
    </dgm:pt>
    <dgm:pt modelId="{EFE3DE94-3DAD-4DCB-8568-E0719E3BE1E2}" type="pres">
      <dgm:prSet presAssocID="{F400F32C-3133-4403-9507-FDA4EDA4DF2E}" presName="compNode" presStyleCnt="0"/>
      <dgm:spPr/>
    </dgm:pt>
    <dgm:pt modelId="{40421581-DA9A-4E8E-B5FA-244CC6775BD8}" type="pres">
      <dgm:prSet presAssocID="{F400F32C-3133-4403-9507-FDA4EDA4DF2E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-headset met effen opvulling"/>
        </a:ext>
      </dgm:extLst>
    </dgm:pt>
    <dgm:pt modelId="{2C30DBEB-D445-49AB-BBB6-6C89FC5083A9}" type="pres">
      <dgm:prSet presAssocID="{F400F32C-3133-4403-9507-FDA4EDA4DF2E}" presName="spaceRect" presStyleCnt="0"/>
      <dgm:spPr/>
    </dgm:pt>
    <dgm:pt modelId="{F14CB415-3C59-4DC6-A1F3-580E175EF583}" type="pres">
      <dgm:prSet presAssocID="{F400F32C-3133-4403-9507-FDA4EDA4DF2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249321-CC54-44D6-B392-05480B28D1FA}" srcId="{ABC053B0-225B-4AFF-8D6B-80DE40B27ED9}" destId="{587A1777-589E-46C4-8C2A-610FF357CD79}" srcOrd="1" destOrd="0" parTransId="{D9C910C7-8428-4F47-A054-3DB3B15EEE77}" sibTransId="{7D52D74F-7E00-471B-9BF6-A7758F5A5CE2}"/>
    <dgm:cxn modelId="{D7F5945B-937B-45E0-BC72-3875E07CF49A}" type="presOf" srcId="{ABC053B0-225B-4AFF-8D6B-80DE40B27ED9}" destId="{520A1CBF-160E-4FE0-8F43-99B61AA5D952}" srcOrd="0" destOrd="0" presId="urn:microsoft.com/office/officeart/2018/2/layout/IconLabelList"/>
    <dgm:cxn modelId="{510CD45D-2D1C-4B76-BC30-EBACB29AC977}" type="presOf" srcId="{7A183C79-161A-4AF3-B470-91E5F62099BA}" destId="{DA09187E-CB5D-438C-B296-8FD34ED9160B}" srcOrd="0" destOrd="0" presId="urn:microsoft.com/office/officeart/2018/2/layout/IconLabelList"/>
    <dgm:cxn modelId="{29A8B06D-C450-431A-82F3-425FBDC8E13E}" type="presOf" srcId="{587A1777-589E-46C4-8C2A-610FF357CD79}" destId="{7A1AE868-585D-488F-8E09-81028116D3A5}" srcOrd="0" destOrd="0" presId="urn:microsoft.com/office/officeart/2018/2/layout/IconLabelList"/>
    <dgm:cxn modelId="{1D14B56D-8E7A-47C5-A7B8-197FC90215B6}" srcId="{ABC053B0-225B-4AFF-8D6B-80DE40B27ED9}" destId="{F400F32C-3133-4403-9507-FDA4EDA4DF2E}" srcOrd="3" destOrd="0" parTransId="{A3953AB4-1C85-40B6-98DC-BF23B1B2A5DC}" sibTransId="{64BAC0CC-22B0-4A45-94D2-3116F2109335}"/>
    <dgm:cxn modelId="{28E9C658-96E5-4868-8E14-090C29B3D7B2}" type="presOf" srcId="{679F105B-E3DD-4727-8D15-6494D065EC6A}" destId="{1D00FD48-508A-4995-9C45-A594E0B2DB70}" srcOrd="0" destOrd="0" presId="urn:microsoft.com/office/officeart/2018/2/layout/IconLabelList"/>
    <dgm:cxn modelId="{F2C701C8-F60A-4378-B583-22A364E9FECD}" srcId="{ABC053B0-225B-4AFF-8D6B-80DE40B27ED9}" destId="{679F105B-E3DD-4727-8D15-6494D065EC6A}" srcOrd="0" destOrd="0" parTransId="{E3EBDA3C-D0AA-4978-A12A-D9BD75978876}" sibTransId="{83500749-3ECF-412D-BA47-731BE8781F63}"/>
    <dgm:cxn modelId="{D65662C9-1A47-4695-A2FD-D4127DD6595A}" type="presOf" srcId="{F400F32C-3133-4403-9507-FDA4EDA4DF2E}" destId="{F14CB415-3C59-4DC6-A1F3-580E175EF583}" srcOrd="0" destOrd="0" presId="urn:microsoft.com/office/officeart/2018/2/layout/IconLabelList"/>
    <dgm:cxn modelId="{1D53FEE3-7D35-4FA2-9383-9B5B38E19D35}" srcId="{ABC053B0-225B-4AFF-8D6B-80DE40B27ED9}" destId="{7A183C79-161A-4AF3-B470-91E5F62099BA}" srcOrd="2" destOrd="0" parTransId="{DEB8959B-CF42-4CA3-88AE-F5DEEF07E1F1}" sibTransId="{C417258D-C716-47A7-8B36-9FEFDF630EA6}"/>
    <dgm:cxn modelId="{00DF35C7-DB5D-4DC3-9F78-03502C9053C3}" type="presParOf" srcId="{520A1CBF-160E-4FE0-8F43-99B61AA5D952}" destId="{55FBF27D-7F51-4871-8E9F-254F1E2631F3}" srcOrd="0" destOrd="0" presId="urn:microsoft.com/office/officeart/2018/2/layout/IconLabelList"/>
    <dgm:cxn modelId="{7643D87C-7B54-4E0C-A2DE-F4B20644D69F}" type="presParOf" srcId="{55FBF27D-7F51-4871-8E9F-254F1E2631F3}" destId="{92BE5EFE-0328-4B28-BA67-182771749383}" srcOrd="0" destOrd="0" presId="urn:microsoft.com/office/officeart/2018/2/layout/IconLabelList"/>
    <dgm:cxn modelId="{F6FFA06C-4E39-4E35-AD25-731509146DCC}" type="presParOf" srcId="{55FBF27D-7F51-4871-8E9F-254F1E2631F3}" destId="{9868ABF9-BC02-46F3-92A6-184EE5755D80}" srcOrd="1" destOrd="0" presId="urn:microsoft.com/office/officeart/2018/2/layout/IconLabelList"/>
    <dgm:cxn modelId="{49F78841-A4F1-4B80-8BCD-113D8A71E96A}" type="presParOf" srcId="{55FBF27D-7F51-4871-8E9F-254F1E2631F3}" destId="{1D00FD48-508A-4995-9C45-A594E0B2DB70}" srcOrd="2" destOrd="0" presId="urn:microsoft.com/office/officeart/2018/2/layout/IconLabelList"/>
    <dgm:cxn modelId="{32A938F0-B271-4702-9F47-CD4AEA33359B}" type="presParOf" srcId="{520A1CBF-160E-4FE0-8F43-99B61AA5D952}" destId="{149B7FD3-819D-4EFF-B2D1-625933976AAB}" srcOrd="1" destOrd="0" presId="urn:microsoft.com/office/officeart/2018/2/layout/IconLabelList"/>
    <dgm:cxn modelId="{E708015B-7E8C-4FB9-B13B-F3CFC79B3C07}" type="presParOf" srcId="{520A1CBF-160E-4FE0-8F43-99B61AA5D952}" destId="{44FE21FE-CBCF-4687-94A8-D0D9C8B07FE5}" srcOrd="2" destOrd="0" presId="urn:microsoft.com/office/officeart/2018/2/layout/IconLabelList"/>
    <dgm:cxn modelId="{4C2E5CA6-FDF4-412B-B599-85D1C6C0CCB7}" type="presParOf" srcId="{44FE21FE-CBCF-4687-94A8-D0D9C8B07FE5}" destId="{AB961A2C-2181-430A-8B1E-7B5FF8BD9E57}" srcOrd="0" destOrd="0" presId="urn:microsoft.com/office/officeart/2018/2/layout/IconLabelList"/>
    <dgm:cxn modelId="{C4539D02-EBAF-4CAE-90BD-8C88424BF271}" type="presParOf" srcId="{44FE21FE-CBCF-4687-94A8-D0D9C8B07FE5}" destId="{8D113A25-2A4E-4E14-B882-10DBC6041F51}" srcOrd="1" destOrd="0" presId="urn:microsoft.com/office/officeart/2018/2/layout/IconLabelList"/>
    <dgm:cxn modelId="{33C3E2CE-2469-4C2A-81BA-ADCFD938D72A}" type="presParOf" srcId="{44FE21FE-CBCF-4687-94A8-D0D9C8B07FE5}" destId="{7A1AE868-585D-488F-8E09-81028116D3A5}" srcOrd="2" destOrd="0" presId="urn:microsoft.com/office/officeart/2018/2/layout/IconLabelList"/>
    <dgm:cxn modelId="{DCF4FEDA-CD3C-43C3-A856-1C8C80CE38A5}" type="presParOf" srcId="{520A1CBF-160E-4FE0-8F43-99B61AA5D952}" destId="{F5A2C40B-23B2-47F8-8180-8B6543E5947D}" srcOrd="3" destOrd="0" presId="urn:microsoft.com/office/officeart/2018/2/layout/IconLabelList"/>
    <dgm:cxn modelId="{CB31CF9B-1903-49E9-AFB3-851BDA53CD50}" type="presParOf" srcId="{520A1CBF-160E-4FE0-8F43-99B61AA5D952}" destId="{7518FCA0-3DFE-4D1A-BBEC-AF966E8E070E}" srcOrd="4" destOrd="0" presId="urn:microsoft.com/office/officeart/2018/2/layout/IconLabelList"/>
    <dgm:cxn modelId="{F3A257D4-F5AA-4E43-8B98-488BE4166894}" type="presParOf" srcId="{7518FCA0-3DFE-4D1A-BBEC-AF966E8E070E}" destId="{876E301F-DA69-4F07-9A54-6BD641F9EB4D}" srcOrd="0" destOrd="0" presId="urn:microsoft.com/office/officeart/2018/2/layout/IconLabelList"/>
    <dgm:cxn modelId="{2A7405A0-0A9A-4896-AD59-80C5F45010F4}" type="presParOf" srcId="{7518FCA0-3DFE-4D1A-BBEC-AF966E8E070E}" destId="{99EA2DAD-83CD-4C79-A536-FBEFEEFA57EC}" srcOrd="1" destOrd="0" presId="urn:microsoft.com/office/officeart/2018/2/layout/IconLabelList"/>
    <dgm:cxn modelId="{B1883E2A-2C90-43E5-B625-9214D6C0F6EA}" type="presParOf" srcId="{7518FCA0-3DFE-4D1A-BBEC-AF966E8E070E}" destId="{DA09187E-CB5D-438C-B296-8FD34ED9160B}" srcOrd="2" destOrd="0" presId="urn:microsoft.com/office/officeart/2018/2/layout/IconLabelList"/>
    <dgm:cxn modelId="{50BC7479-BC4D-4E55-BDD2-7CE5677E2D78}" type="presParOf" srcId="{520A1CBF-160E-4FE0-8F43-99B61AA5D952}" destId="{0F7CEFAF-342F-432F-A0EE-4C795D56CB69}" srcOrd="5" destOrd="0" presId="urn:microsoft.com/office/officeart/2018/2/layout/IconLabelList"/>
    <dgm:cxn modelId="{24A00AF4-E356-4B12-B3A4-D2AAFBBED7B2}" type="presParOf" srcId="{520A1CBF-160E-4FE0-8F43-99B61AA5D952}" destId="{EFE3DE94-3DAD-4DCB-8568-E0719E3BE1E2}" srcOrd="6" destOrd="0" presId="urn:microsoft.com/office/officeart/2018/2/layout/IconLabelList"/>
    <dgm:cxn modelId="{223F274A-A3FD-4000-8C65-2262033CB46F}" type="presParOf" srcId="{EFE3DE94-3DAD-4DCB-8568-E0719E3BE1E2}" destId="{40421581-DA9A-4E8E-B5FA-244CC6775BD8}" srcOrd="0" destOrd="0" presId="urn:microsoft.com/office/officeart/2018/2/layout/IconLabelList"/>
    <dgm:cxn modelId="{E44E9A5F-0020-41AE-8BE8-24AF7ADD5711}" type="presParOf" srcId="{EFE3DE94-3DAD-4DCB-8568-E0719E3BE1E2}" destId="{2C30DBEB-D445-49AB-BBB6-6C89FC5083A9}" srcOrd="1" destOrd="0" presId="urn:microsoft.com/office/officeart/2018/2/layout/IconLabelList"/>
    <dgm:cxn modelId="{D5B80A99-6264-415F-8283-FB684F02AA92}" type="presParOf" srcId="{EFE3DE94-3DAD-4DCB-8568-E0719E3BE1E2}" destId="{F14CB415-3C59-4DC6-A1F3-580E175EF58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E5EFE-0328-4B28-BA67-182771749383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0FD48-508A-4995-9C45-A594E0B2DB70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200" kern="1200"/>
            <a:t>XR Interaction Toolkit (Unity)</a:t>
          </a:r>
          <a:endParaRPr lang="en-US" sz="2200" kern="1200"/>
        </a:p>
      </dsp:txBody>
      <dsp:txXfrm>
        <a:off x="100682" y="2175763"/>
        <a:ext cx="2370489" cy="720000"/>
      </dsp:txXfrm>
    </dsp:sp>
    <dsp:sp modelId="{AB961A2C-2181-430A-8B1E-7B5FF8BD9E57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AE868-585D-488F-8E09-81028116D3A5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200" kern="1200"/>
            <a:t>Elk onderdeel een eigen map</a:t>
          </a:r>
          <a:endParaRPr lang="en-US" sz="2200" kern="1200"/>
        </a:p>
      </dsp:txBody>
      <dsp:txXfrm>
        <a:off x="2886007" y="2175763"/>
        <a:ext cx="2370489" cy="720000"/>
      </dsp:txXfrm>
    </dsp:sp>
    <dsp:sp modelId="{876E301F-DA69-4F07-9A54-6BD641F9EB4D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9187E-CB5D-438C-B296-8FD34ED9160B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200" kern="1200"/>
            <a:t>Elks een eigen test omgeving</a:t>
          </a:r>
          <a:endParaRPr lang="en-US" sz="2200" kern="1200"/>
        </a:p>
      </dsp:txBody>
      <dsp:txXfrm>
        <a:off x="5671332" y="2175763"/>
        <a:ext cx="2370489" cy="720000"/>
      </dsp:txXfrm>
    </dsp:sp>
    <dsp:sp modelId="{40421581-DA9A-4E8E-B5FA-244CC6775BD8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CB415-3C59-4DC6-A1F3-580E175EF583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200" kern="1200"/>
            <a:t>Meta quest 2/3 performantie target</a:t>
          </a:r>
          <a:endParaRPr lang="en-US" sz="2200" kern="1200"/>
        </a:p>
      </dsp:txBody>
      <dsp:txXfrm>
        <a:off x="8456657" y="2175763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B19E0-67B5-40A7-B4EB-669C938C49F0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CB4EC-9112-42CF-A1F4-24A2A90756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8879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CB4EC-9112-42CF-A1F4-24A2A9075661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2225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B928D-BF25-170F-370A-82083C86F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64BF30C-EAA1-827A-0AA7-E1E927B82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EAF4AE-2C6B-EA5F-B0C9-0AF0BF46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D128035-2598-4B9A-974A-36E9D54A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A613236-CC11-D5FD-90CF-AE836688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6657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44BEE9-3E31-4027-C7E6-36A6E0F8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743672-0EA7-4D83-9094-AD0B712A3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6A9DC5B-14E7-5471-432A-CA8CB4958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49EF40-FEC0-10F7-2698-69DDFB0B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0BAE4-AC05-5035-C801-D27C8806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2201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23048-C113-60E1-0A9E-03882E4C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C4763F3-567F-3019-268A-D89A69411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2567EA4-0FE7-4609-4708-8457C840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763F22-A47F-50E7-4C3A-E1B0C49DF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3CB9564-2942-AAC8-DA16-11592ED9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686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F1991-6EAC-C384-5CEB-F16BAF66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E2905A7-71B2-F61F-5243-8CD6FB44B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9D54A3-CBCE-9D87-1858-E769504B9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8E9F880-C1A6-6932-099D-F4E36581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2962AE-4C29-2964-4205-4D044AE75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8519F-58D1-036B-20B8-735CE93B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602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9C471-4993-ABF4-7B8C-6D84C9E0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ACD7D4-B24E-E442-E37F-C8C1801D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B32F1B7-9E04-65DF-F045-8390D7A41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06D2EC4-83A7-872F-7960-4D417B128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10CB109-3175-5CC6-913D-FC09813A0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67CEE5B-53A0-A828-A945-FB0E23F73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2D4A254-9372-33D7-F2F1-CDE969544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DEE9F95-365A-502A-EBCA-D2846BC7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455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E4C288-F59E-F7E9-BD90-FF67649B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8E518F-6F59-E66B-52FA-0A514C6E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96F1144-C0D9-6CC4-00F3-F1350CB7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E882499-B28F-AAEA-E1A2-70771CBC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40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BECD92A-741F-9E5C-B937-86AF86BCE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DB581CD-0F24-F1D5-435E-ECFCE386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7DC5F0-9F0D-CFFD-BCAC-7A76F8DD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710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A2B9D9-4B2A-AA5C-4BA7-61AF27335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7E483A-5124-6FDB-47BC-2B1F2B8C4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99C515E-D813-F40C-B9DB-B01026700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6CC4D25-03C2-2063-CBCC-28042473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5B96554-F08A-B3DD-2007-9293A1CA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C453C9-B957-BCB1-9E34-7BDD1DCF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348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2978D-FCE0-2395-BD84-921B0E14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B117C09-F050-6D0E-B977-3794FAF45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957F603-C069-4A84-279A-F86FFF9D1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00A78F1-1822-79EF-2AC5-5141CAE4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4070EB-B314-04F7-205D-1C43D3D0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F78768A-8132-5FED-4A1C-5CE1421B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506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18E32-3DF5-581D-9DF6-C4719BC4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949B373-7E6F-0C41-47A5-6613DEE3B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950846D-DAE3-70F3-A436-7B0C18A5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8ACE948-D85A-C430-DB11-F18A7D968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E2A45D1-F870-AE1B-7814-A1DE39E4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838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6B2EFA9-9802-F97B-26EE-7BA099B9F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A0D99-FED8-0C93-AD9A-29A87BF59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76397D1-6953-20C3-ABE3-205246BD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731DC4-31DF-2FE1-D202-C028A5BD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EE5D2C-D1D5-8C39-8E32-70C525BB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732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EB1FD47-4F23-E0D9-31FA-82EFE9BE1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127358-375C-7516-1A77-2956EF23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5476FC2-05DE-9145-EF6D-A63F784EF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83518-544F-44ED-8570-2B568E629D94}" type="datetimeFigureOut">
              <a:rPr lang="nl-BE" smtClean="0"/>
              <a:t>27/05/2026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3ADFB01-712A-E47E-4E78-5A21A863C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C71489-E880-A3FC-04FE-17DA2AA78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69AD1-187A-4B61-99AC-2ACB9F96EC9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9387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zdMS6IM_eQ?feature=oembed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tock.adobe.com/be_nl/search?k=spac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hoek 22">
            <a:extLst>
              <a:ext uri="{FF2B5EF4-FFF2-40B4-BE49-F238E27FC236}">
                <a16:creationId xmlns:a16="http://schemas.microsoft.com/office/drawing/2014/main" id="{78D064B1-3A55-B4B0-BF54-7E88534DF538}"/>
              </a:ext>
            </a:extLst>
          </p:cNvPr>
          <p:cNvSpPr/>
          <p:nvPr/>
        </p:nvSpPr>
        <p:spPr>
          <a:xfrm>
            <a:off x="0" y="0"/>
            <a:ext cx="8621486" cy="132588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146EBB48-8025-9C66-6A51-7EB3482CBF0A}"/>
              </a:ext>
            </a:extLst>
          </p:cNvPr>
          <p:cNvSpPr/>
          <p:nvPr/>
        </p:nvSpPr>
        <p:spPr>
          <a:xfrm>
            <a:off x="8621486" y="0"/>
            <a:ext cx="3570514" cy="132588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D3FB4C15-83A9-23E3-9314-F23B0EA17D3F}"/>
              </a:ext>
            </a:extLst>
          </p:cNvPr>
          <p:cNvSpPr txBox="1"/>
          <p:nvPr/>
        </p:nvSpPr>
        <p:spPr>
          <a:xfrm>
            <a:off x="0" y="6498771"/>
            <a:ext cx="384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Spruyt</a:t>
            </a:r>
            <a:r>
              <a:rPr lang="nl-BE" dirty="0"/>
              <a:t> Sem, Haast Jelle</a:t>
            </a:r>
          </a:p>
        </p:txBody>
      </p:sp>
      <p:pic>
        <p:nvPicPr>
          <p:cNvPr id="38" name="Afbeelding 37" descr="Afbeeldingen over Space – Blader in stockfoto's, vectoren en video's over  81,206,461 | Adobe Stock">
            <a:extLst>
              <a:ext uri="{FF2B5EF4-FFF2-40B4-BE49-F238E27FC236}">
                <a16:creationId xmlns:a16="http://schemas.microsoft.com/office/drawing/2014/main" id="{90A7BFF3-EB6B-DAA6-7348-B5430E6351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" t="27534" r="3094" b="19698"/>
          <a:stretch>
            <a:fillRect/>
          </a:stretch>
        </p:blipFill>
        <p:spPr>
          <a:xfrm>
            <a:off x="2431254" y="3208161"/>
            <a:ext cx="7315199" cy="1653927"/>
          </a:xfrm>
          <a:custGeom>
            <a:avLst/>
            <a:gdLst/>
            <a:ahLst/>
            <a:cxnLst/>
            <a:rect l="l" t="t" r="r" b="b"/>
            <a:pathLst>
              <a:path w="7315199" h="1653927">
                <a:moveTo>
                  <a:pt x="3494261" y="1382911"/>
                </a:moveTo>
                <a:cubicBezTo>
                  <a:pt x="3478336" y="1382911"/>
                  <a:pt x="3464904" y="1387153"/>
                  <a:pt x="3453965" y="1395636"/>
                </a:cubicBezTo>
                <a:cubicBezTo>
                  <a:pt x="3443027" y="1404119"/>
                  <a:pt x="3434506" y="1414016"/>
                  <a:pt x="3428404" y="1425327"/>
                </a:cubicBezTo>
                <a:lnTo>
                  <a:pt x="3428404" y="1509266"/>
                </a:lnTo>
                <a:cubicBezTo>
                  <a:pt x="3434357" y="1520577"/>
                  <a:pt x="3442394" y="1529767"/>
                  <a:pt x="3452514" y="1536836"/>
                </a:cubicBezTo>
                <a:cubicBezTo>
                  <a:pt x="3462635" y="1543906"/>
                  <a:pt x="3475062" y="1547440"/>
                  <a:pt x="3489796" y="1547440"/>
                </a:cubicBezTo>
                <a:cubicBezTo>
                  <a:pt x="3509590" y="1547440"/>
                  <a:pt x="3524510" y="1540334"/>
                  <a:pt x="3534556" y="1526121"/>
                </a:cubicBezTo>
                <a:cubicBezTo>
                  <a:pt x="3544602" y="1511908"/>
                  <a:pt x="3549625" y="1491630"/>
                  <a:pt x="3549625" y="1465287"/>
                </a:cubicBezTo>
                <a:cubicBezTo>
                  <a:pt x="3549625" y="1438647"/>
                  <a:pt x="3544937" y="1418258"/>
                  <a:pt x="3535561" y="1404119"/>
                </a:cubicBezTo>
                <a:cubicBezTo>
                  <a:pt x="3526184" y="1389980"/>
                  <a:pt x="3512418" y="1382911"/>
                  <a:pt x="3494261" y="1382911"/>
                </a:cubicBezTo>
                <a:close/>
                <a:moveTo>
                  <a:pt x="4953446" y="1381348"/>
                </a:moveTo>
                <a:cubicBezTo>
                  <a:pt x="4935289" y="1381348"/>
                  <a:pt x="4921038" y="1386669"/>
                  <a:pt x="4910695" y="1397310"/>
                </a:cubicBezTo>
                <a:cubicBezTo>
                  <a:pt x="4900351" y="1407951"/>
                  <a:pt x="4894361" y="1423467"/>
                  <a:pt x="4892724" y="1443856"/>
                </a:cubicBezTo>
                <a:lnTo>
                  <a:pt x="5011489" y="1443856"/>
                </a:lnTo>
                <a:cubicBezTo>
                  <a:pt x="5011042" y="1423615"/>
                  <a:pt x="5005759" y="1408137"/>
                  <a:pt x="4995639" y="1397422"/>
                </a:cubicBezTo>
                <a:cubicBezTo>
                  <a:pt x="4985518" y="1386706"/>
                  <a:pt x="4971454" y="1381348"/>
                  <a:pt x="4953446" y="1381348"/>
                </a:cubicBezTo>
                <a:close/>
                <a:moveTo>
                  <a:pt x="4229546" y="1381348"/>
                </a:moveTo>
                <a:cubicBezTo>
                  <a:pt x="4211389" y="1381348"/>
                  <a:pt x="4197138" y="1386669"/>
                  <a:pt x="4186795" y="1397310"/>
                </a:cubicBezTo>
                <a:cubicBezTo>
                  <a:pt x="4176451" y="1407951"/>
                  <a:pt x="4170461" y="1423467"/>
                  <a:pt x="4168824" y="1443856"/>
                </a:cubicBezTo>
                <a:lnTo>
                  <a:pt x="4287589" y="1443856"/>
                </a:lnTo>
                <a:cubicBezTo>
                  <a:pt x="4287142" y="1423615"/>
                  <a:pt x="4281859" y="1408137"/>
                  <a:pt x="4271739" y="1397422"/>
                </a:cubicBezTo>
                <a:cubicBezTo>
                  <a:pt x="4261618" y="1386706"/>
                  <a:pt x="4247554" y="1381348"/>
                  <a:pt x="4229546" y="1381348"/>
                </a:cubicBezTo>
                <a:close/>
                <a:moveTo>
                  <a:pt x="3734246" y="1381348"/>
                </a:moveTo>
                <a:cubicBezTo>
                  <a:pt x="3716089" y="1381348"/>
                  <a:pt x="3701839" y="1386669"/>
                  <a:pt x="3691495" y="1397310"/>
                </a:cubicBezTo>
                <a:cubicBezTo>
                  <a:pt x="3681152" y="1407951"/>
                  <a:pt x="3675161" y="1423467"/>
                  <a:pt x="3673524" y="1443856"/>
                </a:cubicBezTo>
                <a:lnTo>
                  <a:pt x="3792289" y="1443856"/>
                </a:lnTo>
                <a:cubicBezTo>
                  <a:pt x="3791843" y="1423615"/>
                  <a:pt x="3786559" y="1408137"/>
                  <a:pt x="3776439" y="1397422"/>
                </a:cubicBezTo>
                <a:cubicBezTo>
                  <a:pt x="3766319" y="1386706"/>
                  <a:pt x="3752254" y="1381348"/>
                  <a:pt x="3734246" y="1381348"/>
                </a:cubicBezTo>
                <a:close/>
                <a:moveTo>
                  <a:pt x="4038823" y="1356568"/>
                </a:moveTo>
                <a:lnTo>
                  <a:pt x="4076104" y="1356568"/>
                </a:lnTo>
                <a:lnTo>
                  <a:pt x="4076104" y="1574006"/>
                </a:lnTo>
                <a:lnTo>
                  <a:pt x="4038823" y="1574006"/>
                </a:lnTo>
                <a:close/>
                <a:moveTo>
                  <a:pt x="3164309" y="1356568"/>
                </a:moveTo>
                <a:lnTo>
                  <a:pt x="3204269" y="1356568"/>
                </a:lnTo>
                <a:lnTo>
                  <a:pt x="3256179" y="1438532"/>
                </a:lnTo>
                <a:lnTo>
                  <a:pt x="3308300" y="1356568"/>
                </a:lnTo>
                <a:lnTo>
                  <a:pt x="3348260" y="1356568"/>
                </a:lnTo>
                <a:lnTo>
                  <a:pt x="3277904" y="1459785"/>
                </a:lnTo>
                <a:lnTo>
                  <a:pt x="3355404" y="1574006"/>
                </a:lnTo>
                <a:lnTo>
                  <a:pt x="3315667" y="1574006"/>
                </a:lnTo>
                <a:lnTo>
                  <a:pt x="3256067" y="1482916"/>
                </a:lnTo>
                <a:lnTo>
                  <a:pt x="3196679" y="1574006"/>
                </a:lnTo>
                <a:lnTo>
                  <a:pt x="3157165" y="1574006"/>
                </a:lnTo>
                <a:lnTo>
                  <a:pt x="3234071" y="1460366"/>
                </a:lnTo>
                <a:close/>
                <a:moveTo>
                  <a:pt x="3990677" y="1353889"/>
                </a:moveTo>
                <a:lnTo>
                  <a:pt x="3995142" y="1353889"/>
                </a:lnTo>
                <a:lnTo>
                  <a:pt x="3995142" y="1388045"/>
                </a:lnTo>
                <a:lnTo>
                  <a:pt x="3990007" y="1388045"/>
                </a:lnTo>
                <a:cubicBezTo>
                  <a:pt x="3979143" y="1388045"/>
                  <a:pt x="3969618" y="1389459"/>
                  <a:pt x="3961432" y="1392287"/>
                </a:cubicBezTo>
                <a:cubicBezTo>
                  <a:pt x="3953247" y="1395115"/>
                  <a:pt x="3946103" y="1399022"/>
                  <a:pt x="3940001" y="1404007"/>
                </a:cubicBezTo>
                <a:cubicBezTo>
                  <a:pt x="3933899" y="1408993"/>
                  <a:pt x="3928467" y="1414760"/>
                  <a:pt x="3923704" y="1421309"/>
                </a:cubicBezTo>
                <a:lnTo>
                  <a:pt x="3923704" y="1574006"/>
                </a:lnTo>
                <a:lnTo>
                  <a:pt x="3886423" y="1574006"/>
                </a:lnTo>
                <a:lnTo>
                  <a:pt x="3886423" y="1356568"/>
                </a:lnTo>
                <a:lnTo>
                  <a:pt x="3921472" y="1356568"/>
                </a:lnTo>
                <a:lnTo>
                  <a:pt x="3922811" y="1393627"/>
                </a:lnTo>
                <a:cubicBezTo>
                  <a:pt x="3928913" y="1382316"/>
                  <a:pt x="3937396" y="1372865"/>
                  <a:pt x="3948261" y="1365275"/>
                </a:cubicBezTo>
                <a:cubicBezTo>
                  <a:pt x="3959125" y="1357685"/>
                  <a:pt x="3973264" y="1353889"/>
                  <a:pt x="3990677" y="1353889"/>
                </a:cubicBezTo>
                <a:close/>
                <a:moveTo>
                  <a:pt x="4495576" y="1353443"/>
                </a:moveTo>
                <a:cubicBezTo>
                  <a:pt x="4519389" y="1353443"/>
                  <a:pt x="4536727" y="1360475"/>
                  <a:pt x="4547591" y="1374539"/>
                </a:cubicBezTo>
                <a:cubicBezTo>
                  <a:pt x="4558456" y="1388604"/>
                  <a:pt x="4563888" y="1408361"/>
                  <a:pt x="4563888" y="1433810"/>
                </a:cubicBezTo>
                <a:lnTo>
                  <a:pt x="4563888" y="1574006"/>
                </a:lnTo>
                <a:lnTo>
                  <a:pt x="4526607" y="1574006"/>
                </a:lnTo>
                <a:lnTo>
                  <a:pt x="4526607" y="1439168"/>
                </a:lnTo>
                <a:cubicBezTo>
                  <a:pt x="4526607" y="1428601"/>
                  <a:pt x="4525491" y="1419225"/>
                  <a:pt x="4523258" y="1411039"/>
                </a:cubicBezTo>
                <a:cubicBezTo>
                  <a:pt x="4521026" y="1402854"/>
                  <a:pt x="4517045" y="1396417"/>
                  <a:pt x="4511315" y="1391729"/>
                </a:cubicBezTo>
                <a:cubicBezTo>
                  <a:pt x="4505585" y="1387041"/>
                  <a:pt x="4497288" y="1384697"/>
                  <a:pt x="4486423" y="1384697"/>
                </a:cubicBezTo>
                <a:cubicBezTo>
                  <a:pt x="4470201" y="1384697"/>
                  <a:pt x="4456583" y="1388380"/>
                  <a:pt x="4445570" y="1395747"/>
                </a:cubicBezTo>
                <a:cubicBezTo>
                  <a:pt x="4434557" y="1403114"/>
                  <a:pt x="4425701" y="1411188"/>
                  <a:pt x="4419004" y="1419969"/>
                </a:cubicBezTo>
                <a:lnTo>
                  <a:pt x="4419004" y="1574006"/>
                </a:lnTo>
                <a:lnTo>
                  <a:pt x="4381723" y="1574006"/>
                </a:lnTo>
                <a:lnTo>
                  <a:pt x="4381723" y="1356568"/>
                </a:lnTo>
                <a:lnTo>
                  <a:pt x="4417441" y="1356568"/>
                </a:lnTo>
                <a:lnTo>
                  <a:pt x="4418781" y="1390055"/>
                </a:lnTo>
                <a:cubicBezTo>
                  <a:pt x="4425478" y="1381274"/>
                  <a:pt x="4435077" y="1372977"/>
                  <a:pt x="4447579" y="1365163"/>
                </a:cubicBezTo>
                <a:cubicBezTo>
                  <a:pt x="4460081" y="1357350"/>
                  <a:pt x="4476080" y="1353443"/>
                  <a:pt x="4495576" y="1353443"/>
                </a:cubicBezTo>
                <a:close/>
                <a:moveTo>
                  <a:pt x="4953446" y="1352773"/>
                </a:moveTo>
                <a:cubicBezTo>
                  <a:pt x="4983063" y="1352773"/>
                  <a:pt x="5006280" y="1361703"/>
                  <a:pt x="5023097" y="1379562"/>
                </a:cubicBezTo>
                <a:cubicBezTo>
                  <a:pt x="5039915" y="1397422"/>
                  <a:pt x="5048324" y="1423094"/>
                  <a:pt x="5048324" y="1456581"/>
                </a:cubicBezTo>
                <a:cubicBezTo>
                  <a:pt x="5048324" y="1458813"/>
                  <a:pt x="5048249" y="1461455"/>
                  <a:pt x="5048100" y="1464506"/>
                </a:cubicBezTo>
                <a:cubicBezTo>
                  <a:pt x="5047952" y="1467557"/>
                  <a:pt x="5047728" y="1469752"/>
                  <a:pt x="5047431" y="1471092"/>
                </a:cubicBezTo>
                <a:lnTo>
                  <a:pt x="4892501" y="1471092"/>
                </a:lnTo>
                <a:cubicBezTo>
                  <a:pt x="4892649" y="1485230"/>
                  <a:pt x="4894919" y="1498215"/>
                  <a:pt x="4899310" y="1510047"/>
                </a:cubicBezTo>
                <a:cubicBezTo>
                  <a:pt x="4903700" y="1521879"/>
                  <a:pt x="4910658" y="1531367"/>
                  <a:pt x="4920183" y="1538511"/>
                </a:cubicBezTo>
                <a:cubicBezTo>
                  <a:pt x="4929708" y="1545654"/>
                  <a:pt x="4942284" y="1549226"/>
                  <a:pt x="4957911" y="1549226"/>
                </a:cubicBezTo>
                <a:cubicBezTo>
                  <a:pt x="4974579" y="1549226"/>
                  <a:pt x="4987602" y="1545320"/>
                  <a:pt x="4996978" y="1537506"/>
                </a:cubicBezTo>
                <a:cubicBezTo>
                  <a:pt x="5006354" y="1529693"/>
                  <a:pt x="5011266" y="1518419"/>
                  <a:pt x="5011712" y="1503685"/>
                </a:cubicBezTo>
                <a:lnTo>
                  <a:pt x="5048547" y="1503685"/>
                </a:lnTo>
                <a:cubicBezTo>
                  <a:pt x="5048100" y="1519014"/>
                  <a:pt x="5044157" y="1532223"/>
                  <a:pt x="5036715" y="1543310"/>
                </a:cubicBezTo>
                <a:cubicBezTo>
                  <a:pt x="5029274" y="1554398"/>
                  <a:pt x="5018856" y="1562956"/>
                  <a:pt x="5005461" y="1568983"/>
                </a:cubicBezTo>
                <a:cubicBezTo>
                  <a:pt x="4992067" y="1575011"/>
                  <a:pt x="4976216" y="1578025"/>
                  <a:pt x="4957911" y="1578025"/>
                </a:cubicBezTo>
                <a:cubicBezTo>
                  <a:pt x="4934247" y="1578025"/>
                  <a:pt x="4914862" y="1573076"/>
                  <a:pt x="4899756" y="1563179"/>
                </a:cubicBezTo>
                <a:cubicBezTo>
                  <a:pt x="4884650" y="1553282"/>
                  <a:pt x="4873451" y="1539813"/>
                  <a:pt x="4866158" y="1522772"/>
                </a:cubicBezTo>
                <a:cubicBezTo>
                  <a:pt x="4858866" y="1505731"/>
                  <a:pt x="4855219" y="1486570"/>
                  <a:pt x="4855219" y="1465287"/>
                </a:cubicBezTo>
                <a:cubicBezTo>
                  <a:pt x="4855219" y="1443112"/>
                  <a:pt x="4858754" y="1423578"/>
                  <a:pt x="4865823" y="1406686"/>
                </a:cubicBezTo>
                <a:cubicBezTo>
                  <a:pt x="4872893" y="1389794"/>
                  <a:pt x="4883683" y="1376586"/>
                  <a:pt x="4898193" y="1367061"/>
                </a:cubicBezTo>
                <a:cubicBezTo>
                  <a:pt x="4912704" y="1357536"/>
                  <a:pt x="4931122" y="1352773"/>
                  <a:pt x="4953446" y="1352773"/>
                </a:cubicBezTo>
                <a:close/>
                <a:moveTo>
                  <a:pt x="4717776" y="1352773"/>
                </a:moveTo>
                <a:cubicBezTo>
                  <a:pt x="4734594" y="1352773"/>
                  <a:pt x="4749737" y="1355527"/>
                  <a:pt x="4763206" y="1361033"/>
                </a:cubicBezTo>
                <a:cubicBezTo>
                  <a:pt x="4776675" y="1366540"/>
                  <a:pt x="4787428" y="1374837"/>
                  <a:pt x="4795465" y="1385925"/>
                </a:cubicBezTo>
                <a:cubicBezTo>
                  <a:pt x="4803501" y="1397012"/>
                  <a:pt x="4807743" y="1411039"/>
                  <a:pt x="4808190" y="1428006"/>
                </a:cubicBezTo>
                <a:lnTo>
                  <a:pt x="4771355" y="1428006"/>
                </a:lnTo>
                <a:cubicBezTo>
                  <a:pt x="4770462" y="1414016"/>
                  <a:pt x="4765401" y="1403003"/>
                  <a:pt x="4756174" y="1394966"/>
                </a:cubicBezTo>
                <a:cubicBezTo>
                  <a:pt x="4746947" y="1386929"/>
                  <a:pt x="4734371" y="1382911"/>
                  <a:pt x="4718446" y="1382911"/>
                </a:cubicBezTo>
                <a:cubicBezTo>
                  <a:pt x="4697313" y="1382911"/>
                  <a:pt x="4681537" y="1390166"/>
                  <a:pt x="4671119" y="1404677"/>
                </a:cubicBezTo>
                <a:cubicBezTo>
                  <a:pt x="4660701" y="1419188"/>
                  <a:pt x="4655492" y="1439540"/>
                  <a:pt x="4655492" y="1465734"/>
                </a:cubicBezTo>
                <a:cubicBezTo>
                  <a:pt x="4655492" y="1483147"/>
                  <a:pt x="4657799" y="1497918"/>
                  <a:pt x="4662412" y="1510047"/>
                </a:cubicBezTo>
                <a:cubicBezTo>
                  <a:pt x="4667026" y="1522177"/>
                  <a:pt x="4674021" y="1531479"/>
                  <a:pt x="4683397" y="1537953"/>
                </a:cubicBezTo>
                <a:cubicBezTo>
                  <a:pt x="4692773" y="1544427"/>
                  <a:pt x="4704456" y="1547664"/>
                  <a:pt x="4718446" y="1547664"/>
                </a:cubicBezTo>
                <a:cubicBezTo>
                  <a:pt x="4734371" y="1547664"/>
                  <a:pt x="4747319" y="1543534"/>
                  <a:pt x="4757290" y="1535274"/>
                </a:cubicBezTo>
                <a:cubicBezTo>
                  <a:pt x="4767262" y="1527014"/>
                  <a:pt x="4772471" y="1514921"/>
                  <a:pt x="4772917" y="1498997"/>
                </a:cubicBezTo>
                <a:lnTo>
                  <a:pt x="4809752" y="1498997"/>
                </a:lnTo>
                <a:cubicBezTo>
                  <a:pt x="4809306" y="1516559"/>
                  <a:pt x="4805027" y="1531181"/>
                  <a:pt x="4796916" y="1542864"/>
                </a:cubicBezTo>
                <a:cubicBezTo>
                  <a:pt x="4788805" y="1554547"/>
                  <a:pt x="4777866" y="1563291"/>
                  <a:pt x="4764099" y="1569095"/>
                </a:cubicBezTo>
                <a:cubicBezTo>
                  <a:pt x="4750333" y="1574899"/>
                  <a:pt x="4734892" y="1577801"/>
                  <a:pt x="4717776" y="1577801"/>
                </a:cubicBezTo>
                <a:cubicBezTo>
                  <a:pt x="4698131" y="1577801"/>
                  <a:pt x="4680718" y="1573671"/>
                  <a:pt x="4665538" y="1565411"/>
                </a:cubicBezTo>
                <a:cubicBezTo>
                  <a:pt x="4650357" y="1557151"/>
                  <a:pt x="4638488" y="1544724"/>
                  <a:pt x="4629931" y="1528130"/>
                </a:cubicBezTo>
                <a:cubicBezTo>
                  <a:pt x="4621373" y="1511536"/>
                  <a:pt x="4617094" y="1490737"/>
                  <a:pt x="4617094" y="1465734"/>
                </a:cubicBezTo>
                <a:cubicBezTo>
                  <a:pt x="4617094" y="1440731"/>
                  <a:pt x="4621299" y="1419857"/>
                  <a:pt x="4629707" y="1403114"/>
                </a:cubicBezTo>
                <a:cubicBezTo>
                  <a:pt x="4638116" y="1386371"/>
                  <a:pt x="4649874" y="1373795"/>
                  <a:pt x="4664980" y="1365386"/>
                </a:cubicBezTo>
                <a:cubicBezTo>
                  <a:pt x="4680086" y="1356978"/>
                  <a:pt x="4697685" y="1352773"/>
                  <a:pt x="4717776" y="1352773"/>
                </a:cubicBezTo>
                <a:close/>
                <a:moveTo>
                  <a:pt x="4229546" y="1352773"/>
                </a:moveTo>
                <a:cubicBezTo>
                  <a:pt x="4259163" y="1352773"/>
                  <a:pt x="4282380" y="1361703"/>
                  <a:pt x="4299197" y="1379562"/>
                </a:cubicBezTo>
                <a:cubicBezTo>
                  <a:pt x="4316015" y="1397422"/>
                  <a:pt x="4324424" y="1423094"/>
                  <a:pt x="4324424" y="1456581"/>
                </a:cubicBezTo>
                <a:cubicBezTo>
                  <a:pt x="4324424" y="1458813"/>
                  <a:pt x="4324349" y="1461455"/>
                  <a:pt x="4324200" y="1464506"/>
                </a:cubicBezTo>
                <a:cubicBezTo>
                  <a:pt x="4324052" y="1467557"/>
                  <a:pt x="4323828" y="1469752"/>
                  <a:pt x="4323531" y="1471092"/>
                </a:cubicBezTo>
                <a:lnTo>
                  <a:pt x="4168601" y="1471092"/>
                </a:lnTo>
                <a:cubicBezTo>
                  <a:pt x="4168749" y="1485230"/>
                  <a:pt x="4171019" y="1498215"/>
                  <a:pt x="4175410" y="1510047"/>
                </a:cubicBezTo>
                <a:cubicBezTo>
                  <a:pt x="4179800" y="1521879"/>
                  <a:pt x="4186758" y="1531367"/>
                  <a:pt x="4196283" y="1538511"/>
                </a:cubicBezTo>
                <a:cubicBezTo>
                  <a:pt x="4205808" y="1545654"/>
                  <a:pt x="4218384" y="1549226"/>
                  <a:pt x="4234011" y="1549226"/>
                </a:cubicBezTo>
                <a:cubicBezTo>
                  <a:pt x="4250679" y="1549226"/>
                  <a:pt x="4263702" y="1545320"/>
                  <a:pt x="4273078" y="1537506"/>
                </a:cubicBezTo>
                <a:cubicBezTo>
                  <a:pt x="4282454" y="1529693"/>
                  <a:pt x="4287366" y="1518419"/>
                  <a:pt x="4287812" y="1503685"/>
                </a:cubicBezTo>
                <a:lnTo>
                  <a:pt x="4324647" y="1503685"/>
                </a:lnTo>
                <a:cubicBezTo>
                  <a:pt x="4324200" y="1519014"/>
                  <a:pt x="4320257" y="1532223"/>
                  <a:pt x="4312815" y="1543310"/>
                </a:cubicBezTo>
                <a:cubicBezTo>
                  <a:pt x="4305374" y="1554398"/>
                  <a:pt x="4294956" y="1562956"/>
                  <a:pt x="4281561" y="1568983"/>
                </a:cubicBezTo>
                <a:cubicBezTo>
                  <a:pt x="4268167" y="1575011"/>
                  <a:pt x="4252316" y="1578025"/>
                  <a:pt x="4234011" y="1578025"/>
                </a:cubicBezTo>
                <a:cubicBezTo>
                  <a:pt x="4210347" y="1578025"/>
                  <a:pt x="4190962" y="1573076"/>
                  <a:pt x="4175856" y="1563179"/>
                </a:cubicBezTo>
                <a:cubicBezTo>
                  <a:pt x="4160750" y="1553282"/>
                  <a:pt x="4149551" y="1539813"/>
                  <a:pt x="4142258" y="1522772"/>
                </a:cubicBezTo>
                <a:cubicBezTo>
                  <a:pt x="4134966" y="1505731"/>
                  <a:pt x="4131320" y="1486570"/>
                  <a:pt x="4131320" y="1465287"/>
                </a:cubicBezTo>
                <a:cubicBezTo>
                  <a:pt x="4131320" y="1443112"/>
                  <a:pt x="4134854" y="1423578"/>
                  <a:pt x="4141924" y="1406686"/>
                </a:cubicBezTo>
                <a:cubicBezTo>
                  <a:pt x="4148993" y="1389794"/>
                  <a:pt x="4159783" y="1376586"/>
                  <a:pt x="4174293" y="1367061"/>
                </a:cubicBezTo>
                <a:cubicBezTo>
                  <a:pt x="4188804" y="1357536"/>
                  <a:pt x="4207222" y="1352773"/>
                  <a:pt x="4229546" y="1352773"/>
                </a:cubicBezTo>
                <a:close/>
                <a:moveTo>
                  <a:pt x="3734246" y="1352773"/>
                </a:moveTo>
                <a:cubicBezTo>
                  <a:pt x="3763863" y="1352773"/>
                  <a:pt x="3787080" y="1361703"/>
                  <a:pt x="3803898" y="1379562"/>
                </a:cubicBezTo>
                <a:cubicBezTo>
                  <a:pt x="3820715" y="1397422"/>
                  <a:pt x="3829124" y="1423094"/>
                  <a:pt x="3829124" y="1456581"/>
                </a:cubicBezTo>
                <a:cubicBezTo>
                  <a:pt x="3829124" y="1458813"/>
                  <a:pt x="3829050" y="1461455"/>
                  <a:pt x="3828901" y="1464506"/>
                </a:cubicBezTo>
                <a:cubicBezTo>
                  <a:pt x="3828752" y="1467557"/>
                  <a:pt x="3828529" y="1469752"/>
                  <a:pt x="3828231" y="1471092"/>
                </a:cubicBezTo>
                <a:lnTo>
                  <a:pt x="3673301" y="1471092"/>
                </a:lnTo>
                <a:cubicBezTo>
                  <a:pt x="3673450" y="1485230"/>
                  <a:pt x="3675719" y="1498215"/>
                  <a:pt x="3680110" y="1510047"/>
                </a:cubicBezTo>
                <a:cubicBezTo>
                  <a:pt x="3684500" y="1521879"/>
                  <a:pt x="3691458" y="1531367"/>
                  <a:pt x="3700983" y="1538511"/>
                </a:cubicBezTo>
                <a:cubicBezTo>
                  <a:pt x="3710508" y="1545654"/>
                  <a:pt x="3723084" y="1549226"/>
                  <a:pt x="3738711" y="1549226"/>
                </a:cubicBezTo>
                <a:cubicBezTo>
                  <a:pt x="3755380" y="1549226"/>
                  <a:pt x="3768402" y="1545320"/>
                  <a:pt x="3777778" y="1537506"/>
                </a:cubicBezTo>
                <a:cubicBezTo>
                  <a:pt x="3787154" y="1529693"/>
                  <a:pt x="3792066" y="1518419"/>
                  <a:pt x="3792512" y="1503685"/>
                </a:cubicBezTo>
                <a:lnTo>
                  <a:pt x="3829347" y="1503685"/>
                </a:lnTo>
                <a:cubicBezTo>
                  <a:pt x="3828901" y="1519014"/>
                  <a:pt x="3824957" y="1532223"/>
                  <a:pt x="3817515" y="1543310"/>
                </a:cubicBezTo>
                <a:cubicBezTo>
                  <a:pt x="3810074" y="1554398"/>
                  <a:pt x="3799656" y="1562956"/>
                  <a:pt x="3786262" y="1568983"/>
                </a:cubicBezTo>
                <a:cubicBezTo>
                  <a:pt x="3772867" y="1575011"/>
                  <a:pt x="3757017" y="1578025"/>
                  <a:pt x="3738711" y="1578025"/>
                </a:cubicBezTo>
                <a:cubicBezTo>
                  <a:pt x="3715047" y="1578025"/>
                  <a:pt x="3695662" y="1573076"/>
                  <a:pt x="3680556" y="1563179"/>
                </a:cubicBezTo>
                <a:cubicBezTo>
                  <a:pt x="3665450" y="1553282"/>
                  <a:pt x="3654251" y="1539813"/>
                  <a:pt x="3646958" y="1522772"/>
                </a:cubicBezTo>
                <a:cubicBezTo>
                  <a:pt x="3639666" y="1505731"/>
                  <a:pt x="3636020" y="1486570"/>
                  <a:pt x="3636020" y="1465287"/>
                </a:cubicBezTo>
                <a:cubicBezTo>
                  <a:pt x="3636020" y="1443112"/>
                  <a:pt x="3639554" y="1423578"/>
                  <a:pt x="3646624" y="1406686"/>
                </a:cubicBezTo>
                <a:cubicBezTo>
                  <a:pt x="3653693" y="1389794"/>
                  <a:pt x="3664483" y="1376586"/>
                  <a:pt x="3678994" y="1367061"/>
                </a:cubicBezTo>
                <a:cubicBezTo>
                  <a:pt x="3693504" y="1357536"/>
                  <a:pt x="3711922" y="1352773"/>
                  <a:pt x="3734246" y="1352773"/>
                </a:cubicBezTo>
                <a:close/>
                <a:moveTo>
                  <a:pt x="3501181" y="1352773"/>
                </a:moveTo>
                <a:cubicBezTo>
                  <a:pt x="3519041" y="1352773"/>
                  <a:pt x="3534444" y="1356978"/>
                  <a:pt x="3547392" y="1365386"/>
                </a:cubicBezTo>
                <a:cubicBezTo>
                  <a:pt x="3560340" y="1373795"/>
                  <a:pt x="3570349" y="1386334"/>
                  <a:pt x="3577418" y="1403003"/>
                </a:cubicBezTo>
                <a:cubicBezTo>
                  <a:pt x="3584488" y="1419671"/>
                  <a:pt x="3588022" y="1440433"/>
                  <a:pt x="3588022" y="1465287"/>
                </a:cubicBezTo>
                <a:cubicBezTo>
                  <a:pt x="3588022" y="1489844"/>
                  <a:pt x="3584265" y="1510494"/>
                  <a:pt x="3576749" y="1527237"/>
                </a:cubicBezTo>
                <a:cubicBezTo>
                  <a:pt x="3569233" y="1543980"/>
                  <a:pt x="3558629" y="1556631"/>
                  <a:pt x="3544937" y="1565188"/>
                </a:cubicBezTo>
                <a:cubicBezTo>
                  <a:pt x="3531245" y="1573746"/>
                  <a:pt x="3515171" y="1578025"/>
                  <a:pt x="3496716" y="1578025"/>
                </a:cubicBezTo>
                <a:cubicBezTo>
                  <a:pt x="3481238" y="1578025"/>
                  <a:pt x="3467695" y="1574936"/>
                  <a:pt x="3456086" y="1568760"/>
                </a:cubicBezTo>
                <a:cubicBezTo>
                  <a:pt x="3444478" y="1562584"/>
                  <a:pt x="3435176" y="1554138"/>
                  <a:pt x="3428181" y="1543422"/>
                </a:cubicBezTo>
                <a:lnTo>
                  <a:pt x="3428181" y="1653927"/>
                </a:lnTo>
                <a:lnTo>
                  <a:pt x="3391123" y="1653927"/>
                </a:lnTo>
                <a:lnTo>
                  <a:pt x="3391123" y="1356568"/>
                </a:lnTo>
                <a:lnTo>
                  <a:pt x="3427288" y="1356568"/>
                </a:lnTo>
                <a:lnTo>
                  <a:pt x="3428404" y="1392064"/>
                </a:lnTo>
                <a:cubicBezTo>
                  <a:pt x="3436143" y="1380455"/>
                  <a:pt x="3446152" y="1371005"/>
                  <a:pt x="3458430" y="1363712"/>
                </a:cubicBezTo>
                <a:cubicBezTo>
                  <a:pt x="3470709" y="1356419"/>
                  <a:pt x="3484959" y="1352773"/>
                  <a:pt x="3501181" y="1352773"/>
                </a:cubicBezTo>
                <a:close/>
                <a:moveTo>
                  <a:pt x="2605980" y="1307009"/>
                </a:moveTo>
                <a:lnTo>
                  <a:pt x="2605980" y="1413272"/>
                </a:lnTo>
                <a:lnTo>
                  <a:pt x="2674292" y="1413272"/>
                </a:lnTo>
                <a:cubicBezTo>
                  <a:pt x="2685305" y="1413272"/>
                  <a:pt x="2695277" y="1411188"/>
                  <a:pt x="2704206" y="1407021"/>
                </a:cubicBezTo>
                <a:cubicBezTo>
                  <a:pt x="2713136" y="1402854"/>
                  <a:pt x="2720243" y="1396826"/>
                  <a:pt x="2725526" y="1388938"/>
                </a:cubicBezTo>
                <a:cubicBezTo>
                  <a:pt x="2730810" y="1381051"/>
                  <a:pt x="2733451" y="1371526"/>
                  <a:pt x="2733451" y="1360363"/>
                </a:cubicBezTo>
                <a:cubicBezTo>
                  <a:pt x="2733451" y="1343546"/>
                  <a:pt x="2728503" y="1330449"/>
                  <a:pt x="2718606" y="1321073"/>
                </a:cubicBezTo>
                <a:cubicBezTo>
                  <a:pt x="2708709" y="1311697"/>
                  <a:pt x="2694309" y="1307009"/>
                  <a:pt x="2675408" y="1307009"/>
                </a:cubicBezTo>
                <a:close/>
                <a:moveTo>
                  <a:pt x="2937271" y="1273522"/>
                </a:moveTo>
                <a:lnTo>
                  <a:pt x="3129036" y="1273522"/>
                </a:lnTo>
                <a:lnTo>
                  <a:pt x="3129036" y="1307009"/>
                </a:lnTo>
                <a:lnTo>
                  <a:pt x="2977455" y="1307009"/>
                </a:lnTo>
                <a:lnTo>
                  <a:pt x="2977455" y="1402779"/>
                </a:lnTo>
                <a:lnTo>
                  <a:pt x="3116981" y="1402779"/>
                </a:lnTo>
                <a:lnTo>
                  <a:pt x="3116981" y="1435819"/>
                </a:lnTo>
                <a:lnTo>
                  <a:pt x="2977455" y="1435819"/>
                </a:lnTo>
                <a:lnTo>
                  <a:pt x="2977455" y="1540520"/>
                </a:lnTo>
                <a:lnTo>
                  <a:pt x="3129036" y="1540520"/>
                </a:lnTo>
                <a:lnTo>
                  <a:pt x="3129036" y="1574006"/>
                </a:lnTo>
                <a:lnTo>
                  <a:pt x="2937271" y="1574006"/>
                </a:lnTo>
                <a:close/>
                <a:moveTo>
                  <a:pt x="2565796" y="1273522"/>
                </a:moveTo>
                <a:lnTo>
                  <a:pt x="2679427" y="1273522"/>
                </a:lnTo>
                <a:cubicBezTo>
                  <a:pt x="2696840" y="1273522"/>
                  <a:pt x="2712652" y="1276276"/>
                  <a:pt x="2726866" y="1281782"/>
                </a:cubicBezTo>
                <a:cubicBezTo>
                  <a:pt x="2741079" y="1287289"/>
                  <a:pt x="2752427" y="1295921"/>
                  <a:pt x="2760910" y="1307678"/>
                </a:cubicBezTo>
                <a:cubicBezTo>
                  <a:pt x="2769393" y="1319436"/>
                  <a:pt x="2773635" y="1334691"/>
                  <a:pt x="2773635" y="1353443"/>
                </a:cubicBezTo>
                <a:cubicBezTo>
                  <a:pt x="2773635" y="1372493"/>
                  <a:pt x="2768314" y="1388715"/>
                  <a:pt x="2757673" y="1402110"/>
                </a:cubicBezTo>
                <a:cubicBezTo>
                  <a:pt x="2747032" y="1415504"/>
                  <a:pt x="2731442" y="1424583"/>
                  <a:pt x="2710904" y="1429345"/>
                </a:cubicBezTo>
                <a:cubicBezTo>
                  <a:pt x="2722215" y="1430982"/>
                  <a:pt x="2731516" y="1434629"/>
                  <a:pt x="2738809" y="1440284"/>
                </a:cubicBezTo>
                <a:cubicBezTo>
                  <a:pt x="2746102" y="1445940"/>
                  <a:pt x="2752166" y="1453567"/>
                  <a:pt x="2757003" y="1463166"/>
                </a:cubicBezTo>
                <a:cubicBezTo>
                  <a:pt x="2761840" y="1472766"/>
                  <a:pt x="2766045" y="1484635"/>
                  <a:pt x="2769616" y="1498774"/>
                </a:cubicBezTo>
                <a:lnTo>
                  <a:pt x="2789262" y="1574006"/>
                </a:lnTo>
                <a:lnTo>
                  <a:pt x="2748185" y="1574006"/>
                </a:lnTo>
                <a:lnTo>
                  <a:pt x="2730996" y="1505024"/>
                </a:lnTo>
                <a:cubicBezTo>
                  <a:pt x="2728019" y="1492672"/>
                  <a:pt x="2724484" y="1482142"/>
                  <a:pt x="2720392" y="1473436"/>
                </a:cubicBezTo>
                <a:cubicBezTo>
                  <a:pt x="2716299" y="1464729"/>
                  <a:pt x="2710829" y="1458106"/>
                  <a:pt x="2703983" y="1453567"/>
                </a:cubicBezTo>
                <a:cubicBezTo>
                  <a:pt x="2697137" y="1449028"/>
                  <a:pt x="2687984" y="1446758"/>
                  <a:pt x="2676524" y="1446758"/>
                </a:cubicBezTo>
                <a:lnTo>
                  <a:pt x="2605980" y="1446758"/>
                </a:lnTo>
                <a:lnTo>
                  <a:pt x="2605980" y="1574006"/>
                </a:lnTo>
                <a:lnTo>
                  <a:pt x="2565796" y="1574006"/>
                </a:lnTo>
                <a:close/>
                <a:moveTo>
                  <a:pt x="2261592" y="1273522"/>
                </a:moveTo>
                <a:lnTo>
                  <a:pt x="2304231" y="1273522"/>
                </a:lnTo>
                <a:lnTo>
                  <a:pt x="2393528" y="1531590"/>
                </a:lnTo>
                <a:lnTo>
                  <a:pt x="2483271" y="1273522"/>
                </a:lnTo>
                <a:lnTo>
                  <a:pt x="2525687" y="1273522"/>
                </a:lnTo>
                <a:lnTo>
                  <a:pt x="2416522" y="1574006"/>
                </a:lnTo>
                <a:lnTo>
                  <a:pt x="2369641" y="1574006"/>
                </a:lnTo>
                <a:close/>
                <a:moveTo>
                  <a:pt x="4057352" y="1272406"/>
                </a:moveTo>
                <a:cubicBezTo>
                  <a:pt x="4064347" y="1272406"/>
                  <a:pt x="4070002" y="1274452"/>
                  <a:pt x="4074318" y="1278545"/>
                </a:cubicBezTo>
                <a:cubicBezTo>
                  <a:pt x="4078634" y="1282638"/>
                  <a:pt x="4080792" y="1287810"/>
                  <a:pt x="4080792" y="1294061"/>
                </a:cubicBezTo>
                <a:cubicBezTo>
                  <a:pt x="4080792" y="1300311"/>
                  <a:pt x="4078634" y="1305483"/>
                  <a:pt x="4074318" y="1309576"/>
                </a:cubicBezTo>
                <a:cubicBezTo>
                  <a:pt x="4070002" y="1313669"/>
                  <a:pt x="4064347" y="1315715"/>
                  <a:pt x="4057352" y="1315715"/>
                </a:cubicBezTo>
                <a:cubicBezTo>
                  <a:pt x="4050357" y="1315715"/>
                  <a:pt x="4044739" y="1313669"/>
                  <a:pt x="4040497" y="1309576"/>
                </a:cubicBezTo>
                <a:cubicBezTo>
                  <a:pt x="4036256" y="1305483"/>
                  <a:pt x="4034135" y="1300311"/>
                  <a:pt x="4034135" y="1294061"/>
                </a:cubicBezTo>
                <a:cubicBezTo>
                  <a:pt x="4034135" y="1287810"/>
                  <a:pt x="4036256" y="1282638"/>
                  <a:pt x="4040497" y="1278545"/>
                </a:cubicBezTo>
                <a:cubicBezTo>
                  <a:pt x="4044739" y="1274452"/>
                  <a:pt x="4050357" y="1272406"/>
                  <a:pt x="4057352" y="1272406"/>
                </a:cubicBezTo>
                <a:close/>
                <a:moveTo>
                  <a:pt x="5861446" y="529828"/>
                </a:moveTo>
                <a:cubicBezTo>
                  <a:pt x="5755878" y="531019"/>
                  <a:pt x="5680174" y="540941"/>
                  <a:pt x="5634334" y="559594"/>
                </a:cubicBezTo>
                <a:cubicBezTo>
                  <a:pt x="5588495" y="578247"/>
                  <a:pt x="5565576" y="608806"/>
                  <a:pt x="5565576" y="651272"/>
                </a:cubicBezTo>
                <a:cubicBezTo>
                  <a:pt x="5565576" y="680244"/>
                  <a:pt x="5574803" y="703362"/>
                  <a:pt x="5593258" y="720626"/>
                </a:cubicBezTo>
                <a:cubicBezTo>
                  <a:pt x="5611713" y="737890"/>
                  <a:pt x="5638799" y="746522"/>
                  <a:pt x="5674518" y="746522"/>
                </a:cubicBezTo>
                <a:cubicBezTo>
                  <a:pt x="5714206" y="746522"/>
                  <a:pt x="5749924" y="737195"/>
                  <a:pt x="5781674" y="718542"/>
                </a:cubicBezTo>
                <a:cubicBezTo>
                  <a:pt x="5813424" y="699889"/>
                  <a:pt x="5840015" y="676275"/>
                  <a:pt x="5861446" y="647700"/>
                </a:cubicBezTo>
                <a:close/>
                <a:moveTo>
                  <a:pt x="1784746" y="529828"/>
                </a:moveTo>
                <a:cubicBezTo>
                  <a:pt x="1679178" y="531019"/>
                  <a:pt x="1603474" y="540941"/>
                  <a:pt x="1557635" y="559594"/>
                </a:cubicBezTo>
                <a:cubicBezTo>
                  <a:pt x="1511795" y="578247"/>
                  <a:pt x="1488876" y="608806"/>
                  <a:pt x="1488876" y="651272"/>
                </a:cubicBezTo>
                <a:cubicBezTo>
                  <a:pt x="1488876" y="680244"/>
                  <a:pt x="1498103" y="703362"/>
                  <a:pt x="1516558" y="720626"/>
                </a:cubicBezTo>
                <a:cubicBezTo>
                  <a:pt x="1535013" y="737890"/>
                  <a:pt x="1562100" y="746522"/>
                  <a:pt x="1597818" y="746522"/>
                </a:cubicBezTo>
                <a:cubicBezTo>
                  <a:pt x="1637506" y="746522"/>
                  <a:pt x="1673225" y="737195"/>
                  <a:pt x="1704975" y="718542"/>
                </a:cubicBezTo>
                <a:cubicBezTo>
                  <a:pt x="1736725" y="699889"/>
                  <a:pt x="1763315" y="676275"/>
                  <a:pt x="1784746" y="647700"/>
                </a:cubicBezTo>
                <a:close/>
                <a:moveTo>
                  <a:pt x="6421635" y="302419"/>
                </a:moveTo>
                <a:cubicBezTo>
                  <a:pt x="6379170" y="302419"/>
                  <a:pt x="6343352" y="313730"/>
                  <a:pt x="6314181" y="336351"/>
                </a:cubicBezTo>
                <a:cubicBezTo>
                  <a:pt x="6285011" y="358973"/>
                  <a:pt x="6262290" y="385366"/>
                  <a:pt x="6246018" y="415528"/>
                </a:cubicBezTo>
                <a:lnTo>
                  <a:pt x="6246018" y="639366"/>
                </a:lnTo>
                <a:cubicBezTo>
                  <a:pt x="6261893" y="669528"/>
                  <a:pt x="6283324" y="694035"/>
                  <a:pt x="6310312" y="712887"/>
                </a:cubicBezTo>
                <a:cubicBezTo>
                  <a:pt x="6337299" y="731738"/>
                  <a:pt x="6370438" y="741164"/>
                  <a:pt x="6409728" y="741164"/>
                </a:cubicBezTo>
                <a:cubicBezTo>
                  <a:pt x="6462514" y="741164"/>
                  <a:pt x="6502300" y="722213"/>
                  <a:pt x="6529089" y="684312"/>
                </a:cubicBezTo>
                <a:cubicBezTo>
                  <a:pt x="6555878" y="646410"/>
                  <a:pt x="6569272" y="592336"/>
                  <a:pt x="6569272" y="522089"/>
                </a:cubicBezTo>
                <a:cubicBezTo>
                  <a:pt x="6569272" y="451048"/>
                  <a:pt x="6556771" y="396677"/>
                  <a:pt x="6531768" y="358973"/>
                </a:cubicBezTo>
                <a:cubicBezTo>
                  <a:pt x="6506764" y="321270"/>
                  <a:pt x="6470054" y="302419"/>
                  <a:pt x="6421635" y="302419"/>
                </a:cubicBezTo>
                <a:close/>
                <a:moveTo>
                  <a:pt x="1011436" y="302419"/>
                </a:moveTo>
                <a:cubicBezTo>
                  <a:pt x="968970" y="302419"/>
                  <a:pt x="933152" y="313730"/>
                  <a:pt x="903982" y="336351"/>
                </a:cubicBezTo>
                <a:cubicBezTo>
                  <a:pt x="874811" y="358973"/>
                  <a:pt x="852090" y="385366"/>
                  <a:pt x="835818" y="415528"/>
                </a:cubicBezTo>
                <a:lnTo>
                  <a:pt x="835818" y="639366"/>
                </a:lnTo>
                <a:cubicBezTo>
                  <a:pt x="851693" y="669528"/>
                  <a:pt x="873125" y="694035"/>
                  <a:pt x="900112" y="712887"/>
                </a:cubicBezTo>
                <a:cubicBezTo>
                  <a:pt x="927100" y="731738"/>
                  <a:pt x="960239" y="741164"/>
                  <a:pt x="999529" y="741164"/>
                </a:cubicBezTo>
                <a:cubicBezTo>
                  <a:pt x="1052313" y="741164"/>
                  <a:pt x="1092100" y="722213"/>
                  <a:pt x="1118889" y="684312"/>
                </a:cubicBezTo>
                <a:cubicBezTo>
                  <a:pt x="1145679" y="646410"/>
                  <a:pt x="1159073" y="592336"/>
                  <a:pt x="1159073" y="522089"/>
                </a:cubicBezTo>
                <a:cubicBezTo>
                  <a:pt x="1159073" y="451048"/>
                  <a:pt x="1146572" y="396677"/>
                  <a:pt x="1121568" y="358973"/>
                </a:cubicBezTo>
                <a:cubicBezTo>
                  <a:pt x="1096565" y="321270"/>
                  <a:pt x="1059854" y="302419"/>
                  <a:pt x="1011436" y="302419"/>
                </a:cubicBezTo>
                <a:close/>
                <a:moveTo>
                  <a:pt x="7061596" y="298251"/>
                </a:moveTo>
                <a:cubicBezTo>
                  <a:pt x="7013178" y="298251"/>
                  <a:pt x="6975176" y="312440"/>
                  <a:pt x="6947594" y="340816"/>
                </a:cubicBezTo>
                <a:cubicBezTo>
                  <a:pt x="6920011" y="369193"/>
                  <a:pt x="6904036" y="410567"/>
                  <a:pt x="6899671" y="464939"/>
                </a:cubicBezTo>
                <a:lnTo>
                  <a:pt x="7216377" y="464939"/>
                </a:lnTo>
                <a:cubicBezTo>
                  <a:pt x="7215186" y="410964"/>
                  <a:pt x="7201098" y="369689"/>
                  <a:pt x="7174110" y="341114"/>
                </a:cubicBezTo>
                <a:cubicBezTo>
                  <a:pt x="7147122" y="312539"/>
                  <a:pt x="7109618" y="298251"/>
                  <a:pt x="7061596" y="298251"/>
                </a:cubicBezTo>
                <a:close/>
                <a:moveTo>
                  <a:pt x="2937271" y="298251"/>
                </a:moveTo>
                <a:cubicBezTo>
                  <a:pt x="2888853" y="298251"/>
                  <a:pt x="2850852" y="312440"/>
                  <a:pt x="2823269" y="340816"/>
                </a:cubicBezTo>
                <a:cubicBezTo>
                  <a:pt x="2795686" y="369193"/>
                  <a:pt x="2779712" y="410567"/>
                  <a:pt x="2775346" y="464939"/>
                </a:cubicBezTo>
                <a:lnTo>
                  <a:pt x="3092053" y="464939"/>
                </a:lnTo>
                <a:cubicBezTo>
                  <a:pt x="3090862" y="410964"/>
                  <a:pt x="3076773" y="369689"/>
                  <a:pt x="3049785" y="341114"/>
                </a:cubicBezTo>
                <a:cubicBezTo>
                  <a:pt x="3022798" y="312539"/>
                  <a:pt x="2985293" y="298251"/>
                  <a:pt x="2937271" y="298251"/>
                </a:cubicBezTo>
                <a:close/>
                <a:moveTo>
                  <a:pt x="7061596" y="222051"/>
                </a:moveTo>
                <a:cubicBezTo>
                  <a:pt x="7140574" y="222051"/>
                  <a:pt x="7202486" y="245864"/>
                  <a:pt x="7247334" y="293489"/>
                </a:cubicBezTo>
                <a:cubicBezTo>
                  <a:pt x="7292180" y="341114"/>
                  <a:pt x="7314604" y="409575"/>
                  <a:pt x="7314604" y="498872"/>
                </a:cubicBezTo>
                <a:cubicBezTo>
                  <a:pt x="7314604" y="504825"/>
                  <a:pt x="7314406" y="511869"/>
                  <a:pt x="7314008" y="520005"/>
                </a:cubicBezTo>
                <a:cubicBezTo>
                  <a:pt x="7313612" y="528141"/>
                  <a:pt x="7313016" y="533995"/>
                  <a:pt x="7312222" y="537567"/>
                </a:cubicBezTo>
                <a:lnTo>
                  <a:pt x="6899076" y="537567"/>
                </a:lnTo>
                <a:cubicBezTo>
                  <a:pt x="6899472" y="575270"/>
                  <a:pt x="6905524" y="609898"/>
                  <a:pt x="6917232" y="641449"/>
                </a:cubicBezTo>
                <a:cubicBezTo>
                  <a:pt x="6928940" y="673001"/>
                  <a:pt x="6947494" y="698302"/>
                  <a:pt x="6972894" y="717352"/>
                </a:cubicBezTo>
                <a:cubicBezTo>
                  <a:pt x="6998294" y="736402"/>
                  <a:pt x="7031830" y="745927"/>
                  <a:pt x="7073502" y="745927"/>
                </a:cubicBezTo>
                <a:cubicBezTo>
                  <a:pt x="7117952" y="745927"/>
                  <a:pt x="7152678" y="735509"/>
                  <a:pt x="7177682" y="714673"/>
                </a:cubicBezTo>
                <a:cubicBezTo>
                  <a:pt x="7202685" y="693837"/>
                  <a:pt x="7215782" y="663773"/>
                  <a:pt x="7216972" y="624483"/>
                </a:cubicBezTo>
                <a:lnTo>
                  <a:pt x="7315199" y="624483"/>
                </a:lnTo>
                <a:cubicBezTo>
                  <a:pt x="7314008" y="665361"/>
                  <a:pt x="7303491" y="700584"/>
                  <a:pt x="7283648" y="730151"/>
                </a:cubicBezTo>
                <a:cubicBezTo>
                  <a:pt x="7263804" y="759718"/>
                  <a:pt x="7236022" y="782538"/>
                  <a:pt x="7200304" y="798612"/>
                </a:cubicBezTo>
                <a:cubicBezTo>
                  <a:pt x="7164585" y="814685"/>
                  <a:pt x="7122318" y="822722"/>
                  <a:pt x="7073502" y="822722"/>
                </a:cubicBezTo>
                <a:cubicBezTo>
                  <a:pt x="7010399" y="822722"/>
                  <a:pt x="6958706" y="809526"/>
                  <a:pt x="6918424" y="783134"/>
                </a:cubicBezTo>
                <a:cubicBezTo>
                  <a:pt x="6878140" y="756741"/>
                  <a:pt x="6848276" y="720824"/>
                  <a:pt x="6828828" y="675382"/>
                </a:cubicBezTo>
                <a:cubicBezTo>
                  <a:pt x="6809382" y="629940"/>
                  <a:pt x="6799658" y="578842"/>
                  <a:pt x="6799658" y="522089"/>
                </a:cubicBezTo>
                <a:cubicBezTo>
                  <a:pt x="6799658" y="462955"/>
                  <a:pt x="6809084" y="410865"/>
                  <a:pt x="6827936" y="365819"/>
                </a:cubicBezTo>
                <a:cubicBezTo>
                  <a:pt x="6846788" y="320774"/>
                  <a:pt x="6875561" y="285552"/>
                  <a:pt x="6914256" y="260151"/>
                </a:cubicBezTo>
                <a:cubicBezTo>
                  <a:pt x="6952952" y="234751"/>
                  <a:pt x="7002064" y="222051"/>
                  <a:pt x="7061596" y="222051"/>
                </a:cubicBezTo>
                <a:close/>
                <a:moveTo>
                  <a:pt x="6440090" y="222051"/>
                </a:moveTo>
                <a:cubicBezTo>
                  <a:pt x="6487714" y="222051"/>
                  <a:pt x="6528791" y="233263"/>
                  <a:pt x="6563320" y="255687"/>
                </a:cubicBezTo>
                <a:cubicBezTo>
                  <a:pt x="6597848" y="278110"/>
                  <a:pt x="6624537" y="311547"/>
                  <a:pt x="6643389" y="355997"/>
                </a:cubicBezTo>
                <a:cubicBezTo>
                  <a:pt x="6662240" y="400447"/>
                  <a:pt x="6671666" y="455811"/>
                  <a:pt x="6671666" y="522089"/>
                </a:cubicBezTo>
                <a:cubicBezTo>
                  <a:pt x="6671666" y="587573"/>
                  <a:pt x="6661646" y="642640"/>
                  <a:pt x="6641603" y="687288"/>
                </a:cubicBezTo>
                <a:cubicBezTo>
                  <a:pt x="6621560" y="731937"/>
                  <a:pt x="6593283" y="765671"/>
                  <a:pt x="6556771" y="788491"/>
                </a:cubicBezTo>
                <a:cubicBezTo>
                  <a:pt x="6520258" y="811312"/>
                  <a:pt x="6477396" y="822722"/>
                  <a:pt x="6428184" y="822722"/>
                </a:cubicBezTo>
                <a:cubicBezTo>
                  <a:pt x="6386908" y="822722"/>
                  <a:pt x="6350793" y="814487"/>
                  <a:pt x="6319836" y="798016"/>
                </a:cubicBezTo>
                <a:cubicBezTo>
                  <a:pt x="6288880" y="781546"/>
                  <a:pt x="6264076" y="759023"/>
                  <a:pt x="6245422" y="730448"/>
                </a:cubicBezTo>
                <a:lnTo>
                  <a:pt x="6245422" y="1025128"/>
                </a:lnTo>
                <a:lnTo>
                  <a:pt x="6146600" y="1025128"/>
                </a:lnTo>
                <a:lnTo>
                  <a:pt x="6146600" y="232172"/>
                </a:lnTo>
                <a:lnTo>
                  <a:pt x="6243041" y="232172"/>
                </a:lnTo>
                <a:lnTo>
                  <a:pt x="6246018" y="326826"/>
                </a:lnTo>
                <a:cubicBezTo>
                  <a:pt x="6266656" y="295870"/>
                  <a:pt x="6293345" y="270669"/>
                  <a:pt x="6326088" y="251222"/>
                </a:cubicBezTo>
                <a:cubicBezTo>
                  <a:pt x="6358830" y="231775"/>
                  <a:pt x="6396830" y="222051"/>
                  <a:pt x="6440090" y="222051"/>
                </a:cubicBezTo>
                <a:close/>
                <a:moveTo>
                  <a:pt x="5731668" y="222051"/>
                </a:moveTo>
                <a:cubicBezTo>
                  <a:pt x="5761434" y="222051"/>
                  <a:pt x="5789909" y="224830"/>
                  <a:pt x="5817095" y="230386"/>
                </a:cubicBezTo>
                <a:cubicBezTo>
                  <a:pt x="5844282" y="235942"/>
                  <a:pt x="5868689" y="246062"/>
                  <a:pt x="5890319" y="260747"/>
                </a:cubicBezTo>
                <a:cubicBezTo>
                  <a:pt x="5911948" y="275431"/>
                  <a:pt x="5929114" y="295969"/>
                  <a:pt x="5941813" y="322362"/>
                </a:cubicBezTo>
                <a:cubicBezTo>
                  <a:pt x="5954513" y="348754"/>
                  <a:pt x="5960863" y="382786"/>
                  <a:pt x="5960863" y="424458"/>
                </a:cubicBezTo>
                <a:lnTo>
                  <a:pt x="5960863" y="812006"/>
                </a:lnTo>
                <a:lnTo>
                  <a:pt x="5867995" y="812006"/>
                </a:lnTo>
                <a:lnTo>
                  <a:pt x="5863827" y="723900"/>
                </a:lnTo>
                <a:cubicBezTo>
                  <a:pt x="5837237" y="753666"/>
                  <a:pt x="5806380" y="777577"/>
                  <a:pt x="5771256" y="795635"/>
                </a:cubicBezTo>
                <a:cubicBezTo>
                  <a:pt x="5736133" y="813693"/>
                  <a:pt x="5695156" y="822722"/>
                  <a:pt x="5648324" y="822722"/>
                </a:cubicBezTo>
                <a:cubicBezTo>
                  <a:pt x="5614987" y="822722"/>
                  <a:pt x="5584526" y="816372"/>
                  <a:pt x="5556944" y="803672"/>
                </a:cubicBezTo>
                <a:cubicBezTo>
                  <a:pt x="5529361" y="790972"/>
                  <a:pt x="5507335" y="772219"/>
                  <a:pt x="5490864" y="747415"/>
                </a:cubicBezTo>
                <a:cubicBezTo>
                  <a:pt x="5474394" y="722610"/>
                  <a:pt x="5466159" y="691951"/>
                  <a:pt x="5466159" y="655439"/>
                </a:cubicBezTo>
                <a:cubicBezTo>
                  <a:pt x="5466159" y="603448"/>
                  <a:pt x="5482430" y="563959"/>
                  <a:pt x="5514974" y="536972"/>
                </a:cubicBezTo>
                <a:cubicBezTo>
                  <a:pt x="5547518" y="509984"/>
                  <a:pt x="5593556" y="491629"/>
                  <a:pt x="5653087" y="481905"/>
                </a:cubicBezTo>
                <a:cubicBezTo>
                  <a:pt x="5712618" y="472182"/>
                  <a:pt x="5782270" y="466923"/>
                  <a:pt x="5862041" y="466130"/>
                </a:cubicBezTo>
                <a:lnTo>
                  <a:pt x="5862041" y="425648"/>
                </a:lnTo>
                <a:cubicBezTo>
                  <a:pt x="5862041" y="376039"/>
                  <a:pt x="5849738" y="342007"/>
                  <a:pt x="5825132" y="323552"/>
                </a:cubicBezTo>
                <a:cubicBezTo>
                  <a:pt x="5800526" y="305098"/>
                  <a:pt x="5769371" y="295870"/>
                  <a:pt x="5731668" y="295870"/>
                </a:cubicBezTo>
                <a:cubicBezTo>
                  <a:pt x="5691584" y="295870"/>
                  <a:pt x="5657849" y="305991"/>
                  <a:pt x="5630465" y="326231"/>
                </a:cubicBezTo>
                <a:cubicBezTo>
                  <a:pt x="5603081" y="346472"/>
                  <a:pt x="5589388" y="378420"/>
                  <a:pt x="5589388" y="422076"/>
                </a:cubicBezTo>
                <a:lnTo>
                  <a:pt x="5492948" y="422076"/>
                </a:lnTo>
                <a:cubicBezTo>
                  <a:pt x="5492948" y="374451"/>
                  <a:pt x="5503167" y="335955"/>
                  <a:pt x="5523606" y="306586"/>
                </a:cubicBezTo>
                <a:cubicBezTo>
                  <a:pt x="5544045" y="277217"/>
                  <a:pt x="5572224" y="255786"/>
                  <a:pt x="5608141" y="242292"/>
                </a:cubicBezTo>
                <a:cubicBezTo>
                  <a:pt x="5644058" y="228798"/>
                  <a:pt x="5685234" y="222051"/>
                  <a:pt x="5731668" y="222051"/>
                </a:cubicBezTo>
                <a:close/>
                <a:moveTo>
                  <a:pt x="5105995" y="222051"/>
                </a:moveTo>
                <a:cubicBezTo>
                  <a:pt x="5150841" y="222051"/>
                  <a:pt x="5191224" y="229394"/>
                  <a:pt x="5227141" y="244078"/>
                </a:cubicBezTo>
                <a:cubicBezTo>
                  <a:pt x="5263058" y="258762"/>
                  <a:pt x="5291732" y="280888"/>
                  <a:pt x="5313163" y="310455"/>
                </a:cubicBezTo>
                <a:cubicBezTo>
                  <a:pt x="5334595" y="340023"/>
                  <a:pt x="5345906" y="377428"/>
                  <a:pt x="5347096" y="422672"/>
                </a:cubicBezTo>
                <a:lnTo>
                  <a:pt x="5248870" y="422672"/>
                </a:lnTo>
                <a:cubicBezTo>
                  <a:pt x="5246488" y="385366"/>
                  <a:pt x="5232994" y="355997"/>
                  <a:pt x="5208388" y="334566"/>
                </a:cubicBezTo>
                <a:cubicBezTo>
                  <a:pt x="5183782" y="313134"/>
                  <a:pt x="5150246" y="302419"/>
                  <a:pt x="5107781" y="302419"/>
                </a:cubicBezTo>
                <a:cubicBezTo>
                  <a:pt x="5051424" y="302419"/>
                  <a:pt x="5009356" y="321766"/>
                  <a:pt x="4981574" y="360462"/>
                </a:cubicBezTo>
                <a:cubicBezTo>
                  <a:pt x="4953793" y="399157"/>
                  <a:pt x="4939902" y="453430"/>
                  <a:pt x="4939902" y="523280"/>
                </a:cubicBezTo>
                <a:cubicBezTo>
                  <a:pt x="4939902" y="569714"/>
                  <a:pt x="4946054" y="609104"/>
                  <a:pt x="4958357" y="641449"/>
                </a:cubicBezTo>
                <a:cubicBezTo>
                  <a:pt x="4970660" y="673794"/>
                  <a:pt x="4989313" y="698599"/>
                  <a:pt x="5014316" y="715863"/>
                </a:cubicBezTo>
                <a:cubicBezTo>
                  <a:pt x="5039320" y="733127"/>
                  <a:pt x="5070474" y="741759"/>
                  <a:pt x="5107781" y="741759"/>
                </a:cubicBezTo>
                <a:cubicBezTo>
                  <a:pt x="5150246" y="741759"/>
                  <a:pt x="5184774" y="730746"/>
                  <a:pt x="5211365" y="708719"/>
                </a:cubicBezTo>
                <a:cubicBezTo>
                  <a:pt x="5237956" y="686693"/>
                  <a:pt x="5251846" y="654447"/>
                  <a:pt x="5253037" y="611981"/>
                </a:cubicBezTo>
                <a:lnTo>
                  <a:pt x="5351263" y="611981"/>
                </a:lnTo>
                <a:cubicBezTo>
                  <a:pt x="5350073" y="658812"/>
                  <a:pt x="5338662" y="697805"/>
                  <a:pt x="5317033" y="728960"/>
                </a:cubicBezTo>
                <a:cubicBezTo>
                  <a:pt x="5295403" y="760115"/>
                  <a:pt x="5266233" y="783431"/>
                  <a:pt x="5229522" y="798909"/>
                </a:cubicBezTo>
                <a:cubicBezTo>
                  <a:pt x="5192811" y="814387"/>
                  <a:pt x="5151635" y="822127"/>
                  <a:pt x="5105995" y="822127"/>
                </a:cubicBezTo>
                <a:cubicBezTo>
                  <a:pt x="5053607" y="822127"/>
                  <a:pt x="5007173" y="811113"/>
                  <a:pt x="4966691" y="789087"/>
                </a:cubicBezTo>
                <a:cubicBezTo>
                  <a:pt x="4926210" y="767060"/>
                  <a:pt x="4894559" y="733921"/>
                  <a:pt x="4871739" y="689669"/>
                </a:cubicBezTo>
                <a:cubicBezTo>
                  <a:pt x="4848919" y="645418"/>
                  <a:pt x="4837509" y="589955"/>
                  <a:pt x="4837509" y="523280"/>
                </a:cubicBezTo>
                <a:cubicBezTo>
                  <a:pt x="4837509" y="456605"/>
                  <a:pt x="4848720" y="400943"/>
                  <a:pt x="4871144" y="356294"/>
                </a:cubicBezTo>
                <a:cubicBezTo>
                  <a:pt x="4893567" y="311646"/>
                  <a:pt x="4924920" y="278110"/>
                  <a:pt x="4965203" y="255687"/>
                </a:cubicBezTo>
                <a:cubicBezTo>
                  <a:pt x="5005486" y="233263"/>
                  <a:pt x="5052416" y="222051"/>
                  <a:pt x="5105995" y="222051"/>
                </a:cubicBezTo>
                <a:close/>
                <a:moveTo>
                  <a:pt x="4478535" y="222051"/>
                </a:moveTo>
                <a:cubicBezTo>
                  <a:pt x="4509095" y="222051"/>
                  <a:pt x="4537769" y="225623"/>
                  <a:pt x="4564558" y="232767"/>
                </a:cubicBezTo>
                <a:cubicBezTo>
                  <a:pt x="4591347" y="239911"/>
                  <a:pt x="4614961" y="251023"/>
                  <a:pt x="4635400" y="266105"/>
                </a:cubicBezTo>
                <a:cubicBezTo>
                  <a:pt x="4655840" y="281186"/>
                  <a:pt x="4672012" y="300633"/>
                  <a:pt x="4683918" y="324445"/>
                </a:cubicBezTo>
                <a:cubicBezTo>
                  <a:pt x="4695824" y="348258"/>
                  <a:pt x="4701777" y="376833"/>
                  <a:pt x="4701777" y="410170"/>
                </a:cubicBezTo>
                <a:lnTo>
                  <a:pt x="4605337" y="410170"/>
                </a:lnTo>
                <a:cubicBezTo>
                  <a:pt x="4605337" y="368895"/>
                  <a:pt x="4593034" y="339725"/>
                  <a:pt x="4568427" y="322659"/>
                </a:cubicBezTo>
                <a:cubicBezTo>
                  <a:pt x="4543821" y="305594"/>
                  <a:pt x="4513858" y="297061"/>
                  <a:pt x="4478535" y="297061"/>
                </a:cubicBezTo>
                <a:cubicBezTo>
                  <a:pt x="4442816" y="297061"/>
                  <a:pt x="4413845" y="303411"/>
                  <a:pt x="4391620" y="316111"/>
                </a:cubicBezTo>
                <a:cubicBezTo>
                  <a:pt x="4369395" y="328811"/>
                  <a:pt x="4358282" y="348655"/>
                  <a:pt x="4358282" y="375642"/>
                </a:cubicBezTo>
                <a:cubicBezTo>
                  <a:pt x="4358282" y="391120"/>
                  <a:pt x="4363243" y="404217"/>
                  <a:pt x="4373165" y="414933"/>
                </a:cubicBezTo>
                <a:cubicBezTo>
                  <a:pt x="4383087" y="425648"/>
                  <a:pt x="4399756" y="435273"/>
                  <a:pt x="4423171" y="443805"/>
                </a:cubicBezTo>
                <a:cubicBezTo>
                  <a:pt x="4446587" y="452338"/>
                  <a:pt x="4478139" y="461367"/>
                  <a:pt x="4517826" y="470892"/>
                </a:cubicBezTo>
                <a:cubicBezTo>
                  <a:pt x="4561085" y="481211"/>
                  <a:pt x="4597399" y="493514"/>
                  <a:pt x="4626768" y="507801"/>
                </a:cubicBezTo>
                <a:cubicBezTo>
                  <a:pt x="4656137" y="522089"/>
                  <a:pt x="4678263" y="540444"/>
                  <a:pt x="4693145" y="562868"/>
                </a:cubicBezTo>
                <a:cubicBezTo>
                  <a:pt x="4708028" y="585291"/>
                  <a:pt x="4715470" y="613966"/>
                  <a:pt x="4715470" y="648891"/>
                </a:cubicBezTo>
                <a:cubicBezTo>
                  <a:pt x="4715470" y="679053"/>
                  <a:pt x="4709616" y="705148"/>
                  <a:pt x="4697908" y="727174"/>
                </a:cubicBezTo>
                <a:cubicBezTo>
                  <a:pt x="4686200" y="749201"/>
                  <a:pt x="4669928" y="767259"/>
                  <a:pt x="4649092" y="781348"/>
                </a:cubicBezTo>
                <a:cubicBezTo>
                  <a:pt x="4628256" y="795437"/>
                  <a:pt x="4603849" y="805855"/>
                  <a:pt x="4575869" y="812602"/>
                </a:cubicBezTo>
                <a:cubicBezTo>
                  <a:pt x="4547889" y="819348"/>
                  <a:pt x="4517628" y="822722"/>
                  <a:pt x="4485084" y="822722"/>
                </a:cubicBezTo>
                <a:cubicBezTo>
                  <a:pt x="4452540" y="822722"/>
                  <a:pt x="4421683" y="819150"/>
                  <a:pt x="4392513" y="812006"/>
                </a:cubicBezTo>
                <a:cubicBezTo>
                  <a:pt x="4363342" y="804862"/>
                  <a:pt x="4337645" y="793552"/>
                  <a:pt x="4315420" y="778073"/>
                </a:cubicBezTo>
                <a:cubicBezTo>
                  <a:pt x="4293195" y="762595"/>
                  <a:pt x="4275831" y="742255"/>
                  <a:pt x="4263330" y="717054"/>
                </a:cubicBezTo>
                <a:cubicBezTo>
                  <a:pt x="4250828" y="691852"/>
                  <a:pt x="4244577" y="661392"/>
                  <a:pt x="4244577" y="625673"/>
                </a:cubicBezTo>
                <a:lnTo>
                  <a:pt x="4340423" y="625673"/>
                </a:lnTo>
                <a:cubicBezTo>
                  <a:pt x="4340423" y="670917"/>
                  <a:pt x="4354413" y="702766"/>
                  <a:pt x="4382392" y="721221"/>
                </a:cubicBezTo>
                <a:cubicBezTo>
                  <a:pt x="4410372" y="739676"/>
                  <a:pt x="4445397" y="748903"/>
                  <a:pt x="4487465" y="748903"/>
                </a:cubicBezTo>
                <a:cubicBezTo>
                  <a:pt x="4525168" y="748903"/>
                  <a:pt x="4556224" y="741660"/>
                  <a:pt x="4580631" y="727174"/>
                </a:cubicBezTo>
                <a:cubicBezTo>
                  <a:pt x="4605039" y="712688"/>
                  <a:pt x="4617243" y="688776"/>
                  <a:pt x="4617243" y="655439"/>
                </a:cubicBezTo>
                <a:cubicBezTo>
                  <a:pt x="4617243" y="626864"/>
                  <a:pt x="4606230" y="605631"/>
                  <a:pt x="4584203" y="591741"/>
                </a:cubicBezTo>
                <a:cubicBezTo>
                  <a:pt x="4562177" y="577850"/>
                  <a:pt x="4523383" y="564356"/>
                  <a:pt x="4467820" y="551259"/>
                </a:cubicBezTo>
                <a:cubicBezTo>
                  <a:pt x="4422576" y="540544"/>
                  <a:pt x="4384476" y="528141"/>
                  <a:pt x="4353520" y="514052"/>
                </a:cubicBezTo>
                <a:cubicBezTo>
                  <a:pt x="4322563" y="499963"/>
                  <a:pt x="4299346" y="482104"/>
                  <a:pt x="4283868" y="460474"/>
                </a:cubicBezTo>
                <a:cubicBezTo>
                  <a:pt x="4268390" y="438844"/>
                  <a:pt x="4260651" y="411559"/>
                  <a:pt x="4260651" y="378619"/>
                </a:cubicBezTo>
                <a:cubicBezTo>
                  <a:pt x="4260651" y="352822"/>
                  <a:pt x="4266108" y="330101"/>
                  <a:pt x="4277022" y="310455"/>
                </a:cubicBezTo>
                <a:cubicBezTo>
                  <a:pt x="4287936" y="290810"/>
                  <a:pt x="4303216" y="274439"/>
                  <a:pt x="4322861" y="261342"/>
                </a:cubicBezTo>
                <a:cubicBezTo>
                  <a:pt x="4342506" y="248245"/>
                  <a:pt x="4365625" y="238423"/>
                  <a:pt x="4392215" y="231874"/>
                </a:cubicBezTo>
                <a:cubicBezTo>
                  <a:pt x="4418806" y="225326"/>
                  <a:pt x="4447579" y="222051"/>
                  <a:pt x="4478535" y="222051"/>
                </a:cubicBezTo>
                <a:close/>
                <a:moveTo>
                  <a:pt x="2937271" y="222051"/>
                </a:moveTo>
                <a:cubicBezTo>
                  <a:pt x="3016249" y="222051"/>
                  <a:pt x="3078162" y="245864"/>
                  <a:pt x="3123009" y="293489"/>
                </a:cubicBezTo>
                <a:cubicBezTo>
                  <a:pt x="3167856" y="341114"/>
                  <a:pt x="3190279" y="409575"/>
                  <a:pt x="3190279" y="498872"/>
                </a:cubicBezTo>
                <a:cubicBezTo>
                  <a:pt x="3190279" y="504825"/>
                  <a:pt x="3190081" y="511869"/>
                  <a:pt x="3189684" y="520005"/>
                </a:cubicBezTo>
                <a:cubicBezTo>
                  <a:pt x="3189287" y="528141"/>
                  <a:pt x="3188692" y="533995"/>
                  <a:pt x="3187898" y="537567"/>
                </a:cubicBezTo>
                <a:lnTo>
                  <a:pt x="2774751" y="537567"/>
                </a:lnTo>
                <a:cubicBezTo>
                  <a:pt x="2775148" y="575270"/>
                  <a:pt x="2781200" y="609898"/>
                  <a:pt x="2792908" y="641449"/>
                </a:cubicBezTo>
                <a:cubicBezTo>
                  <a:pt x="2804616" y="673001"/>
                  <a:pt x="2823170" y="698302"/>
                  <a:pt x="2848570" y="717352"/>
                </a:cubicBezTo>
                <a:cubicBezTo>
                  <a:pt x="2873970" y="736402"/>
                  <a:pt x="2907506" y="745927"/>
                  <a:pt x="2949178" y="745927"/>
                </a:cubicBezTo>
                <a:cubicBezTo>
                  <a:pt x="2993627" y="745927"/>
                  <a:pt x="3028354" y="735509"/>
                  <a:pt x="3053357" y="714673"/>
                </a:cubicBezTo>
                <a:cubicBezTo>
                  <a:pt x="3078360" y="693837"/>
                  <a:pt x="3091457" y="663773"/>
                  <a:pt x="3092648" y="624483"/>
                </a:cubicBezTo>
                <a:lnTo>
                  <a:pt x="3190874" y="624483"/>
                </a:lnTo>
                <a:cubicBezTo>
                  <a:pt x="3189684" y="665361"/>
                  <a:pt x="3179167" y="700584"/>
                  <a:pt x="3159323" y="730151"/>
                </a:cubicBezTo>
                <a:cubicBezTo>
                  <a:pt x="3139479" y="759718"/>
                  <a:pt x="3111698" y="782538"/>
                  <a:pt x="3075979" y="798612"/>
                </a:cubicBezTo>
                <a:cubicBezTo>
                  <a:pt x="3040260" y="814685"/>
                  <a:pt x="2997993" y="822722"/>
                  <a:pt x="2949178" y="822722"/>
                </a:cubicBezTo>
                <a:cubicBezTo>
                  <a:pt x="2886074" y="822722"/>
                  <a:pt x="2834382" y="809526"/>
                  <a:pt x="2794099" y="783134"/>
                </a:cubicBezTo>
                <a:cubicBezTo>
                  <a:pt x="2753816" y="756741"/>
                  <a:pt x="2723951" y="720824"/>
                  <a:pt x="2704504" y="675382"/>
                </a:cubicBezTo>
                <a:cubicBezTo>
                  <a:pt x="2685057" y="629940"/>
                  <a:pt x="2675334" y="578842"/>
                  <a:pt x="2675334" y="522089"/>
                </a:cubicBezTo>
                <a:cubicBezTo>
                  <a:pt x="2675334" y="462955"/>
                  <a:pt x="2684760" y="410865"/>
                  <a:pt x="2703611" y="365819"/>
                </a:cubicBezTo>
                <a:cubicBezTo>
                  <a:pt x="2722463" y="320774"/>
                  <a:pt x="2751236" y="285552"/>
                  <a:pt x="2789931" y="260151"/>
                </a:cubicBezTo>
                <a:cubicBezTo>
                  <a:pt x="2828627" y="234751"/>
                  <a:pt x="2877740" y="222051"/>
                  <a:pt x="2937271" y="222051"/>
                </a:cubicBezTo>
                <a:close/>
                <a:moveTo>
                  <a:pt x="2305645" y="222051"/>
                </a:moveTo>
                <a:cubicBezTo>
                  <a:pt x="2350492" y="222051"/>
                  <a:pt x="2390874" y="229394"/>
                  <a:pt x="2426791" y="244078"/>
                </a:cubicBezTo>
                <a:cubicBezTo>
                  <a:pt x="2462708" y="258762"/>
                  <a:pt x="2491382" y="280888"/>
                  <a:pt x="2512814" y="310455"/>
                </a:cubicBezTo>
                <a:cubicBezTo>
                  <a:pt x="2534245" y="340023"/>
                  <a:pt x="2545556" y="377428"/>
                  <a:pt x="2546746" y="422672"/>
                </a:cubicBezTo>
                <a:lnTo>
                  <a:pt x="2448520" y="422672"/>
                </a:lnTo>
                <a:cubicBezTo>
                  <a:pt x="2446139" y="385366"/>
                  <a:pt x="2432645" y="355997"/>
                  <a:pt x="2408039" y="334566"/>
                </a:cubicBezTo>
                <a:cubicBezTo>
                  <a:pt x="2383432" y="313134"/>
                  <a:pt x="2349896" y="302419"/>
                  <a:pt x="2307431" y="302419"/>
                </a:cubicBezTo>
                <a:cubicBezTo>
                  <a:pt x="2251075" y="302419"/>
                  <a:pt x="2209006" y="321766"/>
                  <a:pt x="2181224" y="360462"/>
                </a:cubicBezTo>
                <a:cubicBezTo>
                  <a:pt x="2153443" y="399157"/>
                  <a:pt x="2139553" y="453430"/>
                  <a:pt x="2139553" y="523280"/>
                </a:cubicBezTo>
                <a:cubicBezTo>
                  <a:pt x="2139553" y="569714"/>
                  <a:pt x="2145704" y="609104"/>
                  <a:pt x="2158007" y="641449"/>
                </a:cubicBezTo>
                <a:cubicBezTo>
                  <a:pt x="2170311" y="673794"/>
                  <a:pt x="2188964" y="698599"/>
                  <a:pt x="2213967" y="715863"/>
                </a:cubicBezTo>
                <a:cubicBezTo>
                  <a:pt x="2238970" y="733127"/>
                  <a:pt x="2270125" y="741759"/>
                  <a:pt x="2307431" y="741759"/>
                </a:cubicBezTo>
                <a:cubicBezTo>
                  <a:pt x="2349896" y="741759"/>
                  <a:pt x="2384425" y="730746"/>
                  <a:pt x="2411015" y="708719"/>
                </a:cubicBezTo>
                <a:cubicBezTo>
                  <a:pt x="2437606" y="686693"/>
                  <a:pt x="2451496" y="654447"/>
                  <a:pt x="2452687" y="611981"/>
                </a:cubicBezTo>
                <a:lnTo>
                  <a:pt x="2550914" y="611981"/>
                </a:lnTo>
                <a:cubicBezTo>
                  <a:pt x="2549723" y="658812"/>
                  <a:pt x="2538313" y="697805"/>
                  <a:pt x="2516683" y="728960"/>
                </a:cubicBezTo>
                <a:cubicBezTo>
                  <a:pt x="2495054" y="760115"/>
                  <a:pt x="2465883" y="783431"/>
                  <a:pt x="2429172" y="798909"/>
                </a:cubicBezTo>
                <a:cubicBezTo>
                  <a:pt x="2392461" y="814387"/>
                  <a:pt x="2351286" y="822127"/>
                  <a:pt x="2305645" y="822127"/>
                </a:cubicBezTo>
                <a:cubicBezTo>
                  <a:pt x="2253257" y="822127"/>
                  <a:pt x="2206823" y="811113"/>
                  <a:pt x="2166342" y="789087"/>
                </a:cubicBezTo>
                <a:cubicBezTo>
                  <a:pt x="2125860" y="767060"/>
                  <a:pt x="2094210" y="733921"/>
                  <a:pt x="2071389" y="689669"/>
                </a:cubicBezTo>
                <a:cubicBezTo>
                  <a:pt x="2048569" y="645418"/>
                  <a:pt x="2037159" y="589955"/>
                  <a:pt x="2037159" y="523280"/>
                </a:cubicBezTo>
                <a:cubicBezTo>
                  <a:pt x="2037159" y="456605"/>
                  <a:pt x="2048371" y="400943"/>
                  <a:pt x="2070794" y="356294"/>
                </a:cubicBezTo>
                <a:cubicBezTo>
                  <a:pt x="2093218" y="311646"/>
                  <a:pt x="2124571" y="278110"/>
                  <a:pt x="2164853" y="255687"/>
                </a:cubicBezTo>
                <a:cubicBezTo>
                  <a:pt x="2205136" y="233263"/>
                  <a:pt x="2252067" y="222051"/>
                  <a:pt x="2305645" y="222051"/>
                </a:cubicBezTo>
                <a:close/>
                <a:moveTo>
                  <a:pt x="1654969" y="222051"/>
                </a:moveTo>
                <a:cubicBezTo>
                  <a:pt x="1684734" y="222051"/>
                  <a:pt x="1713210" y="224830"/>
                  <a:pt x="1740396" y="230386"/>
                </a:cubicBezTo>
                <a:cubicBezTo>
                  <a:pt x="1767582" y="235942"/>
                  <a:pt x="1791990" y="246062"/>
                  <a:pt x="1813619" y="260747"/>
                </a:cubicBezTo>
                <a:cubicBezTo>
                  <a:pt x="1835249" y="275431"/>
                  <a:pt x="1852414" y="295969"/>
                  <a:pt x="1865114" y="322362"/>
                </a:cubicBezTo>
                <a:cubicBezTo>
                  <a:pt x="1877814" y="348754"/>
                  <a:pt x="1884164" y="382786"/>
                  <a:pt x="1884164" y="424458"/>
                </a:cubicBezTo>
                <a:lnTo>
                  <a:pt x="1884164" y="812006"/>
                </a:lnTo>
                <a:lnTo>
                  <a:pt x="1791295" y="812006"/>
                </a:lnTo>
                <a:lnTo>
                  <a:pt x="1787128" y="723900"/>
                </a:lnTo>
                <a:cubicBezTo>
                  <a:pt x="1760538" y="753666"/>
                  <a:pt x="1729680" y="777577"/>
                  <a:pt x="1694556" y="795635"/>
                </a:cubicBezTo>
                <a:cubicBezTo>
                  <a:pt x="1659433" y="813693"/>
                  <a:pt x="1618456" y="822722"/>
                  <a:pt x="1571624" y="822722"/>
                </a:cubicBezTo>
                <a:cubicBezTo>
                  <a:pt x="1538287" y="822722"/>
                  <a:pt x="1507827" y="816372"/>
                  <a:pt x="1480244" y="803672"/>
                </a:cubicBezTo>
                <a:cubicBezTo>
                  <a:pt x="1452661" y="790972"/>
                  <a:pt x="1430635" y="772219"/>
                  <a:pt x="1414165" y="747415"/>
                </a:cubicBezTo>
                <a:cubicBezTo>
                  <a:pt x="1397694" y="722610"/>
                  <a:pt x="1389459" y="691951"/>
                  <a:pt x="1389459" y="655439"/>
                </a:cubicBezTo>
                <a:cubicBezTo>
                  <a:pt x="1389459" y="603448"/>
                  <a:pt x="1405731" y="563959"/>
                  <a:pt x="1438274" y="536972"/>
                </a:cubicBezTo>
                <a:cubicBezTo>
                  <a:pt x="1470819" y="509984"/>
                  <a:pt x="1516856" y="491629"/>
                  <a:pt x="1576387" y="481905"/>
                </a:cubicBezTo>
                <a:cubicBezTo>
                  <a:pt x="1635918" y="472182"/>
                  <a:pt x="1705570" y="466923"/>
                  <a:pt x="1785342" y="466130"/>
                </a:cubicBezTo>
                <a:lnTo>
                  <a:pt x="1785342" y="425648"/>
                </a:lnTo>
                <a:cubicBezTo>
                  <a:pt x="1785342" y="376039"/>
                  <a:pt x="1773039" y="342007"/>
                  <a:pt x="1748433" y="323552"/>
                </a:cubicBezTo>
                <a:cubicBezTo>
                  <a:pt x="1723826" y="305098"/>
                  <a:pt x="1692672" y="295870"/>
                  <a:pt x="1654969" y="295870"/>
                </a:cubicBezTo>
                <a:cubicBezTo>
                  <a:pt x="1614884" y="295870"/>
                  <a:pt x="1581149" y="305991"/>
                  <a:pt x="1553765" y="326231"/>
                </a:cubicBezTo>
                <a:cubicBezTo>
                  <a:pt x="1526381" y="346472"/>
                  <a:pt x="1512689" y="378420"/>
                  <a:pt x="1512689" y="422076"/>
                </a:cubicBezTo>
                <a:lnTo>
                  <a:pt x="1416248" y="422076"/>
                </a:lnTo>
                <a:cubicBezTo>
                  <a:pt x="1416248" y="374451"/>
                  <a:pt x="1426468" y="335955"/>
                  <a:pt x="1446907" y="306586"/>
                </a:cubicBezTo>
                <a:cubicBezTo>
                  <a:pt x="1467346" y="277217"/>
                  <a:pt x="1495524" y="255786"/>
                  <a:pt x="1531441" y="242292"/>
                </a:cubicBezTo>
                <a:cubicBezTo>
                  <a:pt x="1567358" y="228798"/>
                  <a:pt x="1608534" y="222051"/>
                  <a:pt x="1654969" y="222051"/>
                </a:cubicBezTo>
                <a:close/>
                <a:moveTo>
                  <a:pt x="1029890" y="222051"/>
                </a:moveTo>
                <a:cubicBezTo>
                  <a:pt x="1077515" y="222051"/>
                  <a:pt x="1118592" y="233263"/>
                  <a:pt x="1153120" y="255687"/>
                </a:cubicBezTo>
                <a:cubicBezTo>
                  <a:pt x="1187648" y="278110"/>
                  <a:pt x="1214338" y="311547"/>
                  <a:pt x="1233189" y="355997"/>
                </a:cubicBezTo>
                <a:cubicBezTo>
                  <a:pt x="1252041" y="400447"/>
                  <a:pt x="1261467" y="455811"/>
                  <a:pt x="1261467" y="522089"/>
                </a:cubicBezTo>
                <a:cubicBezTo>
                  <a:pt x="1261467" y="587573"/>
                  <a:pt x="1251446" y="642640"/>
                  <a:pt x="1231404" y="687288"/>
                </a:cubicBezTo>
                <a:cubicBezTo>
                  <a:pt x="1211361" y="731937"/>
                  <a:pt x="1183084" y="765671"/>
                  <a:pt x="1146572" y="788491"/>
                </a:cubicBezTo>
                <a:cubicBezTo>
                  <a:pt x="1110059" y="811312"/>
                  <a:pt x="1067196" y="822722"/>
                  <a:pt x="1017984" y="822722"/>
                </a:cubicBezTo>
                <a:cubicBezTo>
                  <a:pt x="976709" y="822722"/>
                  <a:pt x="940594" y="814487"/>
                  <a:pt x="909637" y="798016"/>
                </a:cubicBezTo>
                <a:cubicBezTo>
                  <a:pt x="878681" y="781546"/>
                  <a:pt x="853876" y="759023"/>
                  <a:pt x="835223" y="730448"/>
                </a:cubicBezTo>
                <a:lnTo>
                  <a:pt x="835223" y="1025128"/>
                </a:lnTo>
                <a:lnTo>
                  <a:pt x="736401" y="1025128"/>
                </a:lnTo>
                <a:lnTo>
                  <a:pt x="736401" y="232172"/>
                </a:lnTo>
                <a:lnTo>
                  <a:pt x="832842" y="232172"/>
                </a:lnTo>
                <a:lnTo>
                  <a:pt x="835818" y="326826"/>
                </a:lnTo>
                <a:cubicBezTo>
                  <a:pt x="856456" y="295870"/>
                  <a:pt x="883146" y="270669"/>
                  <a:pt x="915888" y="251222"/>
                </a:cubicBezTo>
                <a:cubicBezTo>
                  <a:pt x="948630" y="231775"/>
                  <a:pt x="986631" y="222051"/>
                  <a:pt x="1029890" y="222051"/>
                </a:cubicBezTo>
                <a:close/>
                <a:moveTo>
                  <a:pt x="3612356" y="10716"/>
                </a:moveTo>
                <a:lnTo>
                  <a:pt x="4123729" y="10716"/>
                </a:lnTo>
                <a:lnTo>
                  <a:pt x="4123729" y="100012"/>
                </a:lnTo>
                <a:lnTo>
                  <a:pt x="3719512" y="100012"/>
                </a:lnTo>
                <a:lnTo>
                  <a:pt x="3719512" y="355401"/>
                </a:lnTo>
                <a:lnTo>
                  <a:pt x="4091582" y="355401"/>
                </a:lnTo>
                <a:lnTo>
                  <a:pt x="4091582" y="443508"/>
                </a:lnTo>
                <a:lnTo>
                  <a:pt x="3719512" y="443508"/>
                </a:lnTo>
                <a:lnTo>
                  <a:pt x="3719512" y="722709"/>
                </a:lnTo>
                <a:lnTo>
                  <a:pt x="4123729" y="722709"/>
                </a:lnTo>
                <a:lnTo>
                  <a:pt x="4123729" y="812006"/>
                </a:lnTo>
                <a:lnTo>
                  <a:pt x="3612356" y="812006"/>
                </a:lnTo>
                <a:close/>
                <a:moveTo>
                  <a:pt x="290512" y="0"/>
                </a:moveTo>
                <a:cubicBezTo>
                  <a:pt x="342106" y="0"/>
                  <a:pt x="389334" y="8334"/>
                  <a:pt x="432196" y="25003"/>
                </a:cubicBezTo>
                <a:cubicBezTo>
                  <a:pt x="475059" y="41672"/>
                  <a:pt x="509289" y="66675"/>
                  <a:pt x="534888" y="100012"/>
                </a:cubicBezTo>
                <a:cubicBezTo>
                  <a:pt x="560486" y="133350"/>
                  <a:pt x="573286" y="174823"/>
                  <a:pt x="573286" y="224433"/>
                </a:cubicBezTo>
                <a:lnTo>
                  <a:pt x="466129" y="224433"/>
                </a:lnTo>
                <a:cubicBezTo>
                  <a:pt x="466526" y="179189"/>
                  <a:pt x="449857" y="144958"/>
                  <a:pt x="416123" y="121741"/>
                </a:cubicBezTo>
                <a:cubicBezTo>
                  <a:pt x="382389" y="98524"/>
                  <a:pt x="340717" y="86916"/>
                  <a:pt x="291107" y="86916"/>
                </a:cubicBezTo>
                <a:cubicBezTo>
                  <a:pt x="239911" y="86916"/>
                  <a:pt x="200124" y="97135"/>
                  <a:pt x="171747" y="117574"/>
                </a:cubicBezTo>
                <a:cubicBezTo>
                  <a:pt x="143371" y="138013"/>
                  <a:pt x="129183" y="167878"/>
                  <a:pt x="129183" y="207169"/>
                </a:cubicBezTo>
                <a:cubicBezTo>
                  <a:pt x="129183" y="230584"/>
                  <a:pt x="135334" y="250130"/>
                  <a:pt x="147637" y="265807"/>
                </a:cubicBezTo>
                <a:cubicBezTo>
                  <a:pt x="159940" y="281483"/>
                  <a:pt x="181074" y="295672"/>
                  <a:pt x="211038" y="308372"/>
                </a:cubicBezTo>
                <a:cubicBezTo>
                  <a:pt x="241002" y="321072"/>
                  <a:pt x="282773" y="334367"/>
                  <a:pt x="336352" y="348258"/>
                </a:cubicBezTo>
                <a:cubicBezTo>
                  <a:pt x="398264" y="364926"/>
                  <a:pt x="448568" y="382786"/>
                  <a:pt x="487263" y="401836"/>
                </a:cubicBezTo>
                <a:cubicBezTo>
                  <a:pt x="525958" y="420886"/>
                  <a:pt x="554434" y="445294"/>
                  <a:pt x="572690" y="475059"/>
                </a:cubicBezTo>
                <a:cubicBezTo>
                  <a:pt x="590947" y="504825"/>
                  <a:pt x="600075" y="543917"/>
                  <a:pt x="600075" y="592336"/>
                </a:cubicBezTo>
                <a:cubicBezTo>
                  <a:pt x="600075" y="643930"/>
                  <a:pt x="587176" y="686693"/>
                  <a:pt x="561379" y="720626"/>
                </a:cubicBezTo>
                <a:cubicBezTo>
                  <a:pt x="535583" y="754559"/>
                  <a:pt x="500459" y="780058"/>
                  <a:pt x="456009" y="797123"/>
                </a:cubicBezTo>
                <a:cubicBezTo>
                  <a:pt x="411559" y="814189"/>
                  <a:pt x="361355" y="822722"/>
                  <a:pt x="305395" y="822722"/>
                </a:cubicBezTo>
                <a:cubicBezTo>
                  <a:pt x="248245" y="822722"/>
                  <a:pt x="196651" y="813991"/>
                  <a:pt x="150614" y="796528"/>
                </a:cubicBezTo>
                <a:cubicBezTo>
                  <a:pt x="104577" y="779066"/>
                  <a:pt x="67965" y="751681"/>
                  <a:pt x="40779" y="714375"/>
                </a:cubicBezTo>
                <a:cubicBezTo>
                  <a:pt x="13592" y="677069"/>
                  <a:pt x="0" y="628650"/>
                  <a:pt x="0" y="569119"/>
                </a:cubicBezTo>
                <a:lnTo>
                  <a:pt x="107752" y="569119"/>
                </a:lnTo>
                <a:cubicBezTo>
                  <a:pt x="107752" y="611584"/>
                  <a:pt x="116979" y="644922"/>
                  <a:pt x="135433" y="669131"/>
                </a:cubicBezTo>
                <a:cubicBezTo>
                  <a:pt x="153888" y="693341"/>
                  <a:pt x="178395" y="710406"/>
                  <a:pt x="208954" y="720328"/>
                </a:cubicBezTo>
                <a:cubicBezTo>
                  <a:pt x="239514" y="730250"/>
                  <a:pt x="273050" y="735211"/>
                  <a:pt x="309562" y="735211"/>
                </a:cubicBezTo>
                <a:cubicBezTo>
                  <a:pt x="343297" y="735211"/>
                  <a:pt x="374154" y="730151"/>
                  <a:pt x="402134" y="720030"/>
                </a:cubicBezTo>
                <a:cubicBezTo>
                  <a:pt x="430113" y="709910"/>
                  <a:pt x="452437" y="694630"/>
                  <a:pt x="469106" y="674191"/>
                </a:cubicBezTo>
                <a:cubicBezTo>
                  <a:pt x="485775" y="653752"/>
                  <a:pt x="494109" y="627459"/>
                  <a:pt x="494109" y="595312"/>
                </a:cubicBezTo>
                <a:cubicBezTo>
                  <a:pt x="494109" y="567531"/>
                  <a:pt x="487560" y="544711"/>
                  <a:pt x="474464" y="526851"/>
                </a:cubicBezTo>
                <a:cubicBezTo>
                  <a:pt x="461367" y="508992"/>
                  <a:pt x="439638" y="493415"/>
                  <a:pt x="409277" y="480119"/>
                </a:cubicBezTo>
                <a:cubicBezTo>
                  <a:pt x="378916" y="466824"/>
                  <a:pt x="338137" y="453628"/>
                  <a:pt x="286940" y="440531"/>
                </a:cubicBezTo>
                <a:cubicBezTo>
                  <a:pt x="226615" y="424656"/>
                  <a:pt x="177006" y="407293"/>
                  <a:pt x="138112" y="388441"/>
                </a:cubicBezTo>
                <a:cubicBezTo>
                  <a:pt x="99218" y="369590"/>
                  <a:pt x="70346" y="346075"/>
                  <a:pt x="51494" y="317897"/>
                </a:cubicBezTo>
                <a:cubicBezTo>
                  <a:pt x="32642" y="289719"/>
                  <a:pt x="23217" y="254000"/>
                  <a:pt x="23217" y="210741"/>
                </a:cubicBezTo>
                <a:cubicBezTo>
                  <a:pt x="23217" y="165100"/>
                  <a:pt x="33932" y="126702"/>
                  <a:pt x="55364" y="95548"/>
                </a:cubicBezTo>
                <a:cubicBezTo>
                  <a:pt x="76795" y="64393"/>
                  <a:pt x="107553" y="40680"/>
                  <a:pt x="147637" y="24408"/>
                </a:cubicBezTo>
                <a:cubicBezTo>
                  <a:pt x="187722" y="8136"/>
                  <a:pt x="235346" y="0"/>
                  <a:pt x="29051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8285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6387DA-2F2C-0695-E72D-84924727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l-BE" sz="4000" dirty="0">
                <a:solidFill>
                  <a:srgbClr val="FFFFFF"/>
                </a:solidFill>
              </a:rPr>
              <a:t>Concept &amp; sfeer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17AC11A-8110-CD77-8EFF-D5964D717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nl-BE" sz="2000" dirty="0" err="1"/>
              <a:t>Sci-fi</a:t>
            </a:r>
            <a:r>
              <a:rPr lang="nl-BE" sz="2000" dirty="0"/>
              <a:t> horror</a:t>
            </a:r>
          </a:p>
          <a:p>
            <a:endParaRPr lang="nl-BE" sz="2000" dirty="0"/>
          </a:p>
          <a:p>
            <a:r>
              <a:rPr lang="nl-BE" sz="2000" dirty="0"/>
              <a:t>Onrust</a:t>
            </a:r>
          </a:p>
          <a:p>
            <a:endParaRPr lang="nl-BE" sz="2000" dirty="0"/>
          </a:p>
          <a:p>
            <a:r>
              <a:rPr lang="nl-BE" sz="2000" dirty="0"/>
              <a:t>Gevoel tot achtervolging</a:t>
            </a:r>
          </a:p>
        </p:txBody>
      </p:sp>
    </p:spTree>
    <p:extLst>
      <p:ext uri="{BB962C8B-B14F-4D97-AF65-F5344CB8AC3E}">
        <p14:creationId xmlns:p14="http://schemas.microsoft.com/office/powerpoint/2010/main" val="4273561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B1804E-31AB-F62F-D5B4-744BE9D2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l-BE" sz="4000">
                <a:solidFill>
                  <a:srgbClr val="FFFFFF"/>
                </a:solidFill>
              </a:rPr>
              <a:t>Gameplay loop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B25276-4851-4305-B043-92DB76472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nl-BE" sz="2000"/>
              <a:t>Start → omgeving leert je de basis </a:t>
            </a:r>
          </a:p>
          <a:p>
            <a:r>
              <a:rPr lang="nl-BE" sz="2000"/>
              <a:t>Keycard → deur openen </a:t>
            </a:r>
          </a:p>
          <a:p>
            <a:r>
              <a:rPr lang="nl-BE" sz="2000"/>
              <a:t>Lamp ophalen Monster spawnt </a:t>
            </a:r>
          </a:p>
          <a:p>
            <a:r>
              <a:rPr lang="nl-BE" sz="2000"/>
              <a:t>Keycard zoeken (jezelf verstoppen) </a:t>
            </a:r>
          </a:p>
          <a:p>
            <a:r>
              <a:rPr lang="nl-BE" sz="2000"/>
              <a:t>Server kamers → codes verzamelen </a:t>
            </a:r>
          </a:p>
          <a:p>
            <a:r>
              <a:rPr lang="nl-BE" sz="2000"/>
              <a:t>Code ingeven op numpad in observatie ruimte</a:t>
            </a:r>
          </a:p>
          <a:p>
            <a:r>
              <a:rPr lang="nl-BE" sz="2000"/>
              <a:t>Labo → serum maken Monster verslaan → gewonnen</a:t>
            </a:r>
          </a:p>
        </p:txBody>
      </p:sp>
    </p:spTree>
    <p:extLst>
      <p:ext uri="{BB962C8B-B14F-4D97-AF65-F5344CB8AC3E}">
        <p14:creationId xmlns:p14="http://schemas.microsoft.com/office/powerpoint/2010/main" val="177994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B82156-F7E7-2881-2289-D89E394A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nl-BE" sz="4000">
                <a:solidFill>
                  <a:srgbClr val="FFFFFF"/>
                </a:solidFill>
              </a:rPr>
              <a:t>Technische opbouw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6874AFF0-9062-43F0-3F77-C57A004C0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5516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936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FC592C-F317-5093-9813-28FF01BE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nl-BE" sz="4000">
                <a:solidFill>
                  <a:srgbClr val="FFFFFF"/>
                </a:solidFill>
              </a:rPr>
              <a:t>De Agent</a:t>
            </a:r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2DFF5B59-BC6A-A9AC-06BF-9CEE4AC77C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049240"/>
              </p:ext>
            </p:extLst>
          </p:nvPr>
        </p:nvGraphicFramePr>
        <p:xfrm>
          <a:off x="644056" y="2229428"/>
          <a:ext cx="10927830" cy="3959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684">
                  <a:extLst>
                    <a:ext uri="{9D8B030D-6E8A-4147-A177-3AD203B41FA5}">
                      <a16:colId xmlns:a16="http://schemas.microsoft.com/office/drawing/2014/main" val="1903447574"/>
                    </a:ext>
                  </a:extLst>
                </a:gridCol>
                <a:gridCol w="4123573">
                  <a:extLst>
                    <a:ext uri="{9D8B030D-6E8A-4147-A177-3AD203B41FA5}">
                      <a16:colId xmlns:a16="http://schemas.microsoft.com/office/drawing/2014/main" val="653708874"/>
                    </a:ext>
                  </a:extLst>
                </a:gridCol>
                <a:gridCol w="4123573">
                  <a:extLst>
                    <a:ext uri="{9D8B030D-6E8A-4147-A177-3AD203B41FA5}">
                      <a16:colId xmlns:a16="http://schemas.microsoft.com/office/drawing/2014/main" val="2366129927"/>
                    </a:ext>
                  </a:extLst>
                </a:gridCol>
              </a:tblGrid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type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Beschrijving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Waarde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3180896827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Observatie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3D ray perception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-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4014644338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Observatie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Agent volicity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-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745808571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Acties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Draaien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-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1393925491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Acties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Voorwaarts  &amp; achterwaarts bewegen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-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651729817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Beloning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Hider vinden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+10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1340591625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Beloning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Dichter bij hider komen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+0.05 * afstand tot hider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437504057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Afstraffing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Tijd nemen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-0.001 (variërend door training -)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1008833947"/>
                  </a:ext>
                </a:extLst>
              </a:tr>
              <a:tr h="370640">
                <a:tc>
                  <a:txBody>
                    <a:bodyPr/>
                    <a:lstStyle/>
                    <a:p>
                      <a:r>
                        <a:rPr lang="nl-BE" sz="1700"/>
                        <a:t>Afstraffing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Muur contact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-0.5 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2330395190"/>
                  </a:ext>
                </a:extLst>
              </a:tr>
              <a:tr h="623349">
                <a:tc>
                  <a:txBody>
                    <a:bodyPr/>
                    <a:lstStyle/>
                    <a:p>
                      <a:r>
                        <a:rPr lang="nl-BE" sz="1700"/>
                        <a:t>Afstraffing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Obstakel contact</a:t>
                      </a:r>
                    </a:p>
                  </a:txBody>
                  <a:tcPr marL="84236" marR="84236" marT="42118" marB="42118"/>
                </a:tc>
                <a:tc>
                  <a:txBody>
                    <a:bodyPr/>
                    <a:lstStyle/>
                    <a:p>
                      <a:r>
                        <a:rPr lang="nl-BE" sz="1700"/>
                        <a:t>Negatief evenredig met contact duur obstakel</a:t>
                      </a:r>
                    </a:p>
                  </a:txBody>
                  <a:tcPr marL="84236" marR="84236" marT="42118" marB="42118"/>
                </a:tc>
                <a:extLst>
                  <a:ext uri="{0D108BD9-81ED-4DB2-BD59-A6C34878D82A}">
                    <a16:rowId xmlns:a16="http://schemas.microsoft.com/office/drawing/2014/main" val="3760684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03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EAFD26-516F-0709-C54F-19BD99EF8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l-BE" sz="4000">
                <a:solidFill>
                  <a:srgbClr val="FFFFFF"/>
                </a:solidFill>
              </a:rPr>
              <a:t>Trainingsproces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AE869C8-C8F0-5BE4-FB4D-96449B3E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nl-BE" sz="2000"/>
              <a:t>Gebruik gemaakt van curriculum learning </a:t>
            </a:r>
          </a:p>
          <a:p>
            <a:pPr marL="0" indent="0">
              <a:buNone/>
            </a:pPr>
            <a:r>
              <a:rPr lang="nl-BE" sz="2000"/>
              <a:t>(=&gt; Het trainen van een makkelijke omgeving naar een moeilijke)</a:t>
            </a:r>
          </a:p>
          <a:p>
            <a:pPr marL="0" indent="0">
              <a:buNone/>
            </a:pPr>
            <a:endParaRPr lang="nl-BE" sz="2000"/>
          </a:p>
          <a:p>
            <a:pPr marL="0" indent="0">
              <a:buNone/>
            </a:pPr>
            <a:endParaRPr lang="nl-BE" sz="2000"/>
          </a:p>
          <a:p>
            <a:pPr marL="0" indent="0">
              <a:buNone/>
            </a:pPr>
            <a:r>
              <a:rPr lang="nl-BE" sz="2000"/>
              <a:t>Voor het trainen tot het huidige model hebben we volgende run’s:</a:t>
            </a:r>
          </a:p>
        </p:txBody>
      </p:sp>
    </p:spTree>
    <p:extLst>
      <p:ext uri="{BB962C8B-B14F-4D97-AF65-F5344CB8AC3E}">
        <p14:creationId xmlns:p14="http://schemas.microsoft.com/office/powerpoint/2010/main" val="38291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7789EB-F4E0-AA7E-F04A-883F78FC9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Run1: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760171E-5A25-A737-F24B-DBE9B3DCE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864" y="2181426"/>
            <a:ext cx="4380972" cy="3997637"/>
          </a:xfrm>
          <a:prstGeom prst="rect">
            <a:avLst/>
          </a:prstGeom>
        </p:spPr>
      </p:pic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84B054A-F3A4-AEF5-966F-0D8517665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357309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0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C623EC-E06B-86E5-7BB2-7566D8F4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Run 1 omgevingen: 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58039DB-2687-93E5-24A5-37A280C68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374" y="2181426"/>
            <a:ext cx="4513461" cy="399763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B596929-9066-9831-8FE7-1F126278C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280964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9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699961-3801-F429-B967-5D6D1CAF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Run2: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00099AE-4D4E-8F42-DB40-A420AD054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732" y="2181426"/>
            <a:ext cx="4517103" cy="399763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AD4DD51-8348-72A9-8CC8-9FA40C9D5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275755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8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5851F7-ABF9-BDAD-5F80-09E8FEDA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Run2 omgeving: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77F93F08-6C1D-6043-80AC-1E19C852B069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Doorheen de training: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Begonnen met enkele rechte kasten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Doorheen de training meer hoeken waar het makkelijk is om vast te zitten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Meer kasten en objecten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B27BB11-FE01-EEF1-3BD5-92EF78AB6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909" y="564613"/>
            <a:ext cx="5812018" cy="572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0703939-5463-7C2A-09C9-69321173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Run3: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BF6B928-7972-C3B7-BF0B-FF96C9C8B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692" y="2181426"/>
            <a:ext cx="4479144" cy="399763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597C257D-443D-1152-2004-21D34348D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466850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10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95ED6F-6D8C-46B5-60D8-7DFEFF6A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l-BE" sz="4000">
                <a:solidFill>
                  <a:srgbClr val="FFFFFF"/>
                </a:solidFill>
              </a:rPr>
              <a:t>Run 3 omgeving: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177341-5EC8-042C-D1C4-1B3EB22FB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nl-BE" sz="2000"/>
              <a:t>Grootste deel zelfde omgeving</a:t>
            </a:r>
          </a:p>
          <a:p>
            <a:endParaRPr lang="nl-BE" sz="2000"/>
          </a:p>
          <a:p>
            <a:r>
              <a:rPr lang="nl-BE" sz="2000"/>
              <a:t>Edge cases weghalen:</a:t>
            </a:r>
          </a:p>
          <a:p>
            <a:pPr lvl="1"/>
            <a:r>
              <a:rPr lang="nl-BE" sz="2000"/>
              <a:t>Hider meer op deze locaties zetten.</a:t>
            </a:r>
          </a:p>
          <a:p>
            <a:pPr lvl="1"/>
            <a:r>
              <a:rPr lang="nl-BE" sz="2000"/>
              <a:t>Omgeving een klein beetje aan aanpassen.</a:t>
            </a:r>
          </a:p>
        </p:txBody>
      </p:sp>
    </p:spTree>
    <p:extLst>
      <p:ext uri="{BB962C8B-B14F-4D97-AF65-F5344CB8AC3E}">
        <p14:creationId xmlns:p14="http://schemas.microsoft.com/office/powerpoint/2010/main" val="1050539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B7F46E-0503-EA71-5BC7-F715ABB71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l-BE" sz="4000">
                <a:solidFill>
                  <a:srgbClr val="FFFFFF"/>
                </a:solidFill>
              </a:rPr>
              <a:t>Optimalisaties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096433-6303-2BA8-460C-3CDCF9ABD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nl-BE" sz="2000"/>
              <a:t>Static batching</a:t>
            </a:r>
          </a:p>
          <a:p>
            <a:endParaRPr lang="nl-BE" sz="2000"/>
          </a:p>
          <a:p>
            <a:r>
              <a:rPr lang="nl-BE" sz="2000"/>
              <a:t>Occlusion culling</a:t>
            </a:r>
          </a:p>
          <a:p>
            <a:endParaRPr lang="nl-BE" sz="2000"/>
          </a:p>
          <a:p>
            <a:r>
              <a:rPr lang="nl-BE" sz="2000"/>
              <a:t>FP16 model</a:t>
            </a:r>
          </a:p>
          <a:p>
            <a:endParaRPr lang="nl-BE" sz="2000"/>
          </a:p>
          <a:p>
            <a:r>
              <a:rPr lang="nl-BE" sz="2000"/>
              <a:t>Shadows</a:t>
            </a:r>
          </a:p>
          <a:p>
            <a:endParaRPr lang="nl-BE" sz="2000"/>
          </a:p>
          <a:p>
            <a:r>
              <a:rPr lang="nl-BE" sz="2000"/>
              <a:t>MSAA</a:t>
            </a:r>
          </a:p>
        </p:txBody>
      </p:sp>
    </p:spTree>
    <p:extLst>
      <p:ext uri="{BB962C8B-B14F-4D97-AF65-F5344CB8AC3E}">
        <p14:creationId xmlns:p14="http://schemas.microsoft.com/office/powerpoint/2010/main" val="3101795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20744E-E74B-CE4B-F9B7-13C77BD9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l-BE" sz="4000">
                <a:solidFill>
                  <a:srgbClr val="FFFFFF"/>
                </a:solidFill>
              </a:rPr>
              <a:t>Afwijkingen van one pager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0D3A2A6-BA76-7EDE-7316-46FAAE0EE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nl-BE" sz="2000"/>
              <a:t>AI moeilijker dan verwacht</a:t>
            </a:r>
          </a:p>
          <a:p>
            <a:endParaRPr lang="nl-BE" sz="2000"/>
          </a:p>
          <a:p>
            <a:r>
              <a:rPr lang="nl-BE" sz="2000"/>
              <a:t>Vooral trainen op obstacle avoidance i.p.v. de omgeving zelf.</a:t>
            </a:r>
          </a:p>
          <a:p>
            <a:endParaRPr lang="nl-BE" sz="2000"/>
          </a:p>
          <a:p>
            <a:r>
              <a:rPr lang="nl-BE" sz="2000"/>
              <a:t>Schuifdeur i.p.v. gewone deuren</a:t>
            </a:r>
          </a:p>
          <a:p>
            <a:endParaRPr lang="nl-BE" sz="2000"/>
          </a:p>
          <a:p>
            <a:r>
              <a:rPr lang="nl-BE" sz="2000"/>
              <a:t>Schuilplekken waren moeilijk</a:t>
            </a:r>
          </a:p>
          <a:p>
            <a:endParaRPr lang="nl-BE" sz="2000"/>
          </a:p>
          <a:p>
            <a:endParaRPr lang="nl-BE" sz="2000"/>
          </a:p>
        </p:txBody>
      </p:sp>
    </p:spTree>
    <p:extLst>
      <p:ext uri="{BB962C8B-B14F-4D97-AF65-F5344CB8AC3E}">
        <p14:creationId xmlns:p14="http://schemas.microsoft.com/office/powerpoint/2010/main" val="2033682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7E03F6-1E53-207A-4D68-9618FF56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Demo/trailer</a:t>
            </a:r>
          </a:p>
        </p:txBody>
      </p:sp>
      <p:pic>
        <p:nvPicPr>
          <p:cNvPr id="4" name="Onlinemedia 3" title="Trailer1">
            <a:hlinkClick r:id="" action="ppaction://media"/>
            <a:extLst>
              <a:ext uri="{FF2B5EF4-FFF2-40B4-BE49-F238E27FC236}">
                <a16:creationId xmlns:a16="http://schemas.microsoft.com/office/drawing/2014/main" id="{8ABE51EC-E93F-DF19-15AD-293F84D3F35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56035" y="1966293"/>
            <a:ext cx="787992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8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6CE0A942-3DB4-D546-1FC6-68AB694CC77A}"/>
              </a:ext>
            </a:extLst>
          </p:cNvPr>
          <p:cNvSpPr/>
          <p:nvPr/>
        </p:nvSpPr>
        <p:spPr>
          <a:xfrm>
            <a:off x="0" y="0"/>
            <a:ext cx="8621486" cy="140838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2F3D66CA-25C3-EE58-746D-0409D74F6876}"/>
              </a:ext>
            </a:extLst>
          </p:cNvPr>
          <p:cNvSpPr/>
          <p:nvPr/>
        </p:nvSpPr>
        <p:spPr>
          <a:xfrm>
            <a:off x="8621486" y="-1"/>
            <a:ext cx="3570514" cy="140838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7A33D14-0B48-FA36-C8F2-C19BF105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b="1" dirty="0">
                <a:effectLst/>
              </a:rPr>
              <a:t>Conclusie</a:t>
            </a:r>
            <a:r>
              <a:rPr lang="nl-BE" b="1" dirty="0"/>
              <a:t> </a:t>
            </a:r>
          </a:p>
          <a:p>
            <a:r>
              <a:rPr lang="nl-BE" dirty="0">
                <a:effectLst/>
              </a:rPr>
              <a:t>VR horrorgame op Meta </a:t>
            </a:r>
            <a:r>
              <a:rPr lang="nl-BE" dirty="0" err="1">
                <a:effectLst/>
              </a:rPr>
              <a:t>Quest</a:t>
            </a:r>
            <a:r>
              <a:rPr lang="nl-BE" dirty="0"/>
              <a:t>.</a:t>
            </a:r>
            <a:endParaRPr lang="nl-BE" dirty="0">
              <a:effectLst/>
            </a:endParaRPr>
          </a:p>
          <a:p>
            <a:r>
              <a:rPr lang="nl-BE" dirty="0">
                <a:effectLst/>
              </a:rPr>
              <a:t>ML-Agent traint succesvol via curriculum </a:t>
            </a:r>
            <a:r>
              <a:rPr lang="nl-BE" dirty="0" err="1">
                <a:effectLst/>
              </a:rPr>
              <a:t>learning</a:t>
            </a:r>
            <a:r>
              <a:rPr lang="nl-BE" dirty="0"/>
              <a:t>.</a:t>
            </a:r>
            <a:endParaRPr lang="nl-BE" dirty="0">
              <a:effectLst/>
            </a:endParaRPr>
          </a:p>
          <a:p>
            <a:r>
              <a:rPr lang="nl-BE" dirty="0">
                <a:effectLst/>
              </a:rPr>
              <a:t>Gameplay loop volledig werkend(kleine bugs nog mogelijk).</a:t>
            </a:r>
          </a:p>
          <a:p>
            <a:r>
              <a:rPr lang="nl-BE" dirty="0">
                <a:effectLst/>
              </a:rPr>
              <a:t>Optimalisaties voor stabiel 72fps.</a:t>
            </a:r>
          </a:p>
          <a:p>
            <a:endParaRPr lang="nl-BE" dirty="0">
              <a:effectLst/>
            </a:endParaRPr>
          </a:p>
          <a:p>
            <a:pPr marL="0" indent="0">
              <a:buNone/>
            </a:pPr>
            <a:r>
              <a:rPr lang="nl-BE" b="1" dirty="0">
                <a:effectLst/>
              </a:rPr>
              <a:t>Verbetering</a:t>
            </a:r>
            <a:endParaRPr lang="nl-BE" dirty="0">
              <a:effectLst/>
            </a:endParaRPr>
          </a:p>
          <a:p>
            <a:r>
              <a:rPr lang="nl-BE" dirty="0">
                <a:effectLst/>
              </a:rPr>
              <a:t>Fine-</a:t>
            </a:r>
            <a:r>
              <a:rPr lang="nl-BE" dirty="0" err="1">
                <a:effectLst/>
              </a:rPr>
              <a:t>tuning</a:t>
            </a:r>
            <a:r>
              <a:rPr lang="nl-BE" dirty="0">
                <a:effectLst/>
              </a:rPr>
              <a:t> agent per individuele kamer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8A4CDD0-0085-E498-F809-00669EA866B4}"/>
              </a:ext>
            </a:extLst>
          </p:cNvPr>
          <p:cNvSpPr txBox="1">
            <a:spLocks/>
          </p:cNvSpPr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sz="4000" noProof="0" dirty="0">
                <a:solidFill>
                  <a:srgbClr val="FFFFFF"/>
                </a:solidFill>
              </a:rPr>
              <a:t>Conclusie &amp; verbeteringen</a:t>
            </a:r>
          </a:p>
        </p:txBody>
      </p:sp>
    </p:spTree>
    <p:extLst>
      <p:ext uri="{BB962C8B-B14F-4D97-AF65-F5344CB8AC3E}">
        <p14:creationId xmlns:p14="http://schemas.microsoft.com/office/powerpoint/2010/main" val="1485812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77CB00CB-11A2-C176-864D-4EAD5F7785F9}"/>
              </a:ext>
            </a:extLst>
          </p:cNvPr>
          <p:cNvSpPr/>
          <p:nvPr/>
        </p:nvSpPr>
        <p:spPr>
          <a:xfrm>
            <a:off x="0" y="0"/>
            <a:ext cx="8621486" cy="132588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CECC96-BF39-14A4-2754-AA5795FB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Bronnen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0C3381-67E2-139F-79B3-91C7BF939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i="1" dirty="0"/>
              <a:t>Figuur 1:</a:t>
            </a:r>
            <a:r>
              <a:rPr lang="nl-BE" i="1" dirty="0">
                <a:hlinkClick r:id="rId2"/>
              </a:rPr>
              <a:t>https://stock.adobe.com/</a:t>
            </a:r>
            <a:r>
              <a:rPr lang="nl-BE" i="1" dirty="0" err="1">
                <a:hlinkClick r:id="rId2"/>
              </a:rPr>
              <a:t>be_nl</a:t>
            </a:r>
            <a:r>
              <a:rPr lang="nl-BE" i="1" dirty="0">
                <a:hlinkClick r:id="rId2"/>
              </a:rPr>
              <a:t>/</a:t>
            </a:r>
            <a:r>
              <a:rPr lang="nl-BE" i="1" dirty="0" err="1">
                <a:hlinkClick r:id="rId2"/>
              </a:rPr>
              <a:t>search?k</a:t>
            </a:r>
            <a:r>
              <a:rPr lang="nl-BE" i="1" dirty="0">
                <a:hlinkClick r:id="rId2"/>
              </a:rPr>
              <a:t>=</a:t>
            </a:r>
            <a:r>
              <a:rPr lang="nl-BE" i="1" dirty="0" err="1">
                <a:hlinkClick r:id="rId2"/>
              </a:rPr>
              <a:t>space</a:t>
            </a:r>
            <a:endParaRPr lang="nl-BE" i="1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F59C6B92-5D36-E7D9-67AF-2A2974F7A538}"/>
              </a:ext>
            </a:extLst>
          </p:cNvPr>
          <p:cNvSpPr/>
          <p:nvPr/>
        </p:nvSpPr>
        <p:spPr>
          <a:xfrm>
            <a:off x="8621486" y="0"/>
            <a:ext cx="3570514" cy="132588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33262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AC7737-E7AF-A6FA-67E2-FAA75421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BE" sz="6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Einde</a:t>
            </a:r>
          </a:p>
        </p:txBody>
      </p:sp>
    </p:spTree>
    <p:extLst>
      <p:ext uri="{BB962C8B-B14F-4D97-AF65-F5344CB8AC3E}">
        <p14:creationId xmlns:p14="http://schemas.microsoft.com/office/powerpoint/2010/main" val="317901702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345</Words>
  <Application>Microsoft Office PowerPoint</Application>
  <PresentationFormat>Breedbeeld</PresentationFormat>
  <Paragraphs>107</Paragraphs>
  <Slides>18</Slides>
  <Notes>1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Kantoorthema</vt:lpstr>
      <vt:lpstr>PowerPoint-presentatie</vt:lpstr>
      <vt:lpstr>Concept &amp; sfeer</vt:lpstr>
      <vt:lpstr>Gameplay loop</vt:lpstr>
      <vt:lpstr>Technische opbouw</vt:lpstr>
      <vt:lpstr>De Agent</vt:lpstr>
      <vt:lpstr>Trainingsproces</vt:lpstr>
      <vt:lpstr>Run1:</vt:lpstr>
      <vt:lpstr>Run 1 omgevingen: </vt:lpstr>
      <vt:lpstr>Run2:</vt:lpstr>
      <vt:lpstr>Run2 omgeving:</vt:lpstr>
      <vt:lpstr>Run3:</vt:lpstr>
      <vt:lpstr>Run 3 omgeving:</vt:lpstr>
      <vt:lpstr>Optimalisaties</vt:lpstr>
      <vt:lpstr>Afwijkingen van one pager</vt:lpstr>
      <vt:lpstr>Demo/trailer</vt:lpstr>
      <vt:lpstr>PowerPoint-presentatie</vt:lpstr>
      <vt:lpstr>Bronnen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Haast Jelle [student]</dc:creator>
  <cp:lastModifiedBy>Haast Jelle [student]</cp:lastModifiedBy>
  <cp:revision>37</cp:revision>
  <dcterms:created xsi:type="dcterms:W3CDTF">2026-05-26T14:54:09Z</dcterms:created>
  <dcterms:modified xsi:type="dcterms:W3CDTF">2026-05-27T14:36:52Z</dcterms:modified>
</cp:coreProperties>
</file>