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8" r:id="rId9"/>
    <p:sldId id="269" r:id="rId10"/>
    <p:sldId id="270" r:id="rId11"/>
    <p:sldId id="271" r:id="rId12"/>
    <p:sldId id="272" r:id="rId13"/>
    <p:sldId id="262" r:id="rId14"/>
    <p:sldId id="263" r:id="rId15"/>
    <p:sldId id="264" r:id="rId16"/>
    <p:sldId id="265" r:id="rId17"/>
    <p:sldId id="266" r:id="rId18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6" d="100"/>
          <a:sy n="86" d="100"/>
        </p:scale>
        <p:origin x="120" y="15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BC053B0-225B-4AFF-8D6B-80DE40B27ED9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679F105B-E3DD-4727-8D15-6494D065EC6A}">
      <dgm:prSet/>
      <dgm:spPr/>
      <dgm:t>
        <a:bodyPr/>
        <a:lstStyle/>
        <a:p>
          <a:r>
            <a:rPr lang="nl-BE"/>
            <a:t>XR Interaction Toolkit (Unity)</a:t>
          </a:r>
          <a:endParaRPr lang="en-US"/>
        </a:p>
      </dgm:t>
    </dgm:pt>
    <dgm:pt modelId="{E3EBDA3C-D0AA-4978-A12A-D9BD75978876}" type="parTrans" cxnId="{F2C701C8-F60A-4378-B583-22A364E9FECD}">
      <dgm:prSet/>
      <dgm:spPr/>
      <dgm:t>
        <a:bodyPr/>
        <a:lstStyle/>
        <a:p>
          <a:endParaRPr lang="en-US"/>
        </a:p>
      </dgm:t>
    </dgm:pt>
    <dgm:pt modelId="{83500749-3ECF-412D-BA47-731BE8781F63}" type="sibTrans" cxnId="{F2C701C8-F60A-4378-B583-22A364E9FECD}">
      <dgm:prSet/>
      <dgm:spPr/>
      <dgm:t>
        <a:bodyPr/>
        <a:lstStyle/>
        <a:p>
          <a:endParaRPr lang="en-US"/>
        </a:p>
      </dgm:t>
    </dgm:pt>
    <dgm:pt modelId="{587A1777-589E-46C4-8C2A-610FF357CD79}">
      <dgm:prSet/>
      <dgm:spPr/>
      <dgm:t>
        <a:bodyPr/>
        <a:lstStyle/>
        <a:p>
          <a:r>
            <a:rPr lang="nl-BE"/>
            <a:t>Elk onderdeel een eigen map</a:t>
          </a:r>
          <a:endParaRPr lang="en-US"/>
        </a:p>
      </dgm:t>
    </dgm:pt>
    <dgm:pt modelId="{D9C910C7-8428-4F47-A054-3DB3B15EEE77}" type="parTrans" cxnId="{77249321-CC54-44D6-B392-05480B28D1FA}">
      <dgm:prSet/>
      <dgm:spPr/>
      <dgm:t>
        <a:bodyPr/>
        <a:lstStyle/>
        <a:p>
          <a:endParaRPr lang="en-US"/>
        </a:p>
      </dgm:t>
    </dgm:pt>
    <dgm:pt modelId="{7D52D74F-7E00-471B-9BF6-A7758F5A5CE2}" type="sibTrans" cxnId="{77249321-CC54-44D6-B392-05480B28D1FA}">
      <dgm:prSet/>
      <dgm:spPr/>
      <dgm:t>
        <a:bodyPr/>
        <a:lstStyle/>
        <a:p>
          <a:endParaRPr lang="en-US"/>
        </a:p>
      </dgm:t>
    </dgm:pt>
    <dgm:pt modelId="{7A183C79-161A-4AF3-B470-91E5F62099BA}">
      <dgm:prSet/>
      <dgm:spPr/>
      <dgm:t>
        <a:bodyPr/>
        <a:lstStyle/>
        <a:p>
          <a:r>
            <a:rPr lang="nl-BE"/>
            <a:t>Elks een eigen test omgeving</a:t>
          </a:r>
          <a:endParaRPr lang="en-US"/>
        </a:p>
      </dgm:t>
    </dgm:pt>
    <dgm:pt modelId="{DEB8959B-CF42-4CA3-88AE-F5DEEF07E1F1}" type="parTrans" cxnId="{1D53FEE3-7D35-4FA2-9383-9B5B38E19D35}">
      <dgm:prSet/>
      <dgm:spPr/>
      <dgm:t>
        <a:bodyPr/>
        <a:lstStyle/>
        <a:p>
          <a:endParaRPr lang="en-US"/>
        </a:p>
      </dgm:t>
    </dgm:pt>
    <dgm:pt modelId="{C417258D-C716-47A7-8B36-9FEFDF630EA6}" type="sibTrans" cxnId="{1D53FEE3-7D35-4FA2-9383-9B5B38E19D35}">
      <dgm:prSet/>
      <dgm:spPr/>
      <dgm:t>
        <a:bodyPr/>
        <a:lstStyle/>
        <a:p>
          <a:endParaRPr lang="en-US"/>
        </a:p>
      </dgm:t>
    </dgm:pt>
    <dgm:pt modelId="{F400F32C-3133-4403-9507-FDA4EDA4DF2E}">
      <dgm:prSet/>
      <dgm:spPr/>
      <dgm:t>
        <a:bodyPr/>
        <a:lstStyle/>
        <a:p>
          <a:r>
            <a:rPr lang="nl-BE"/>
            <a:t>Meta quest 2/3 performantie target</a:t>
          </a:r>
          <a:endParaRPr lang="en-US"/>
        </a:p>
      </dgm:t>
    </dgm:pt>
    <dgm:pt modelId="{64BAC0CC-22B0-4A45-94D2-3116F2109335}" type="sibTrans" cxnId="{1D14B56D-8E7A-47C5-A7B8-197FC90215B6}">
      <dgm:prSet/>
      <dgm:spPr/>
      <dgm:t>
        <a:bodyPr/>
        <a:lstStyle/>
        <a:p>
          <a:endParaRPr lang="en-US"/>
        </a:p>
      </dgm:t>
    </dgm:pt>
    <dgm:pt modelId="{A3953AB4-1C85-40B6-98DC-BF23B1B2A5DC}" type="parTrans" cxnId="{1D14B56D-8E7A-47C5-A7B8-197FC90215B6}">
      <dgm:prSet/>
      <dgm:spPr/>
      <dgm:t>
        <a:bodyPr/>
        <a:lstStyle/>
        <a:p>
          <a:endParaRPr lang="en-US"/>
        </a:p>
      </dgm:t>
    </dgm:pt>
    <dgm:pt modelId="{520A1CBF-160E-4FE0-8F43-99B61AA5D952}" type="pres">
      <dgm:prSet presAssocID="{ABC053B0-225B-4AFF-8D6B-80DE40B27ED9}" presName="root" presStyleCnt="0">
        <dgm:presLayoutVars>
          <dgm:dir/>
          <dgm:resizeHandles val="exact"/>
        </dgm:presLayoutVars>
      </dgm:prSet>
      <dgm:spPr/>
    </dgm:pt>
    <dgm:pt modelId="{55FBF27D-7F51-4871-8E9F-254F1E2631F3}" type="pres">
      <dgm:prSet presAssocID="{679F105B-E3DD-4727-8D15-6494D065EC6A}" presName="compNode" presStyleCnt="0"/>
      <dgm:spPr/>
    </dgm:pt>
    <dgm:pt modelId="{92BE5EFE-0328-4B28-BA67-182771749383}" type="pres">
      <dgm:prSet presAssocID="{679F105B-E3DD-4727-8D15-6494D065EC6A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ulpmiddelen"/>
        </a:ext>
      </dgm:extLst>
    </dgm:pt>
    <dgm:pt modelId="{9868ABF9-BC02-46F3-92A6-184EE5755D80}" type="pres">
      <dgm:prSet presAssocID="{679F105B-E3DD-4727-8D15-6494D065EC6A}" presName="spaceRect" presStyleCnt="0"/>
      <dgm:spPr/>
    </dgm:pt>
    <dgm:pt modelId="{1D00FD48-508A-4995-9C45-A594E0B2DB70}" type="pres">
      <dgm:prSet presAssocID="{679F105B-E3DD-4727-8D15-6494D065EC6A}" presName="textRect" presStyleLbl="revTx" presStyleIdx="0" presStyleCnt="4">
        <dgm:presLayoutVars>
          <dgm:chMax val="1"/>
          <dgm:chPref val="1"/>
        </dgm:presLayoutVars>
      </dgm:prSet>
      <dgm:spPr/>
    </dgm:pt>
    <dgm:pt modelId="{149B7FD3-819D-4EFF-B2D1-625933976AAB}" type="pres">
      <dgm:prSet presAssocID="{83500749-3ECF-412D-BA47-731BE8781F63}" presName="sibTrans" presStyleCnt="0"/>
      <dgm:spPr/>
    </dgm:pt>
    <dgm:pt modelId="{44FE21FE-CBCF-4687-94A8-D0D9C8B07FE5}" type="pres">
      <dgm:prSet presAssocID="{587A1777-589E-46C4-8C2A-610FF357CD79}" presName="compNode" presStyleCnt="0"/>
      <dgm:spPr/>
    </dgm:pt>
    <dgm:pt modelId="{AB961A2C-2181-430A-8B1E-7B5FF8BD9E57}" type="pres">
      <dgm:prSet presAssocID="{587A1777-589E-46C4-8C2A-610FF357CD79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8D113A25-2A4E-4E14-B882-10DBC6041F51}" type="pres">
      <dgm:prSet presAssocID="{587A1777-589E-46C4-8C2A-610FF357CD79}" presName="spaceRect" presStyleCnt="0"/>
      <dgm:spPr/>
    </dgm:pt>
    <dgm:pt modelId="{7A1AE868-585D-488F-8E09-81028116D3A5}" type="pres">
      <dgm:prSet presAssocID="{587A1777-589E-46C4-8C2A-610FF357CD79}" presName="textRect" presStyleLbl="revTx" presStyleIdx="1" presStyleCnt="4">
        <dgm:presLayoutVars>
          <dgm:chMax val="1"/>
          <dgm:chPref val="1"/>
        </dgm:presLayoutVars>
      </dgm:prSet>
      <dgm:spPr/>
    </dgm:pt>
    <dgm:pt modelId="{F5A2C40B-23B2-47F8-8180-8B6543E5947D}" type="pres">
      <dgm:prSet presAssocID="{7D52D74F-7E00-471B-9BF6-A7758F5A5CE2}" presName="sibTrans" presStyleCnt="0"/>
      <dgm:spPr/>
    </dgm:pt>
    <dgm:pt modelId="{7518FCA0-3DFE-4D1A-BBEC-AF966E8E070E}" type="pres">
      <dgm:prSet presAssocID="{7A183C79-161A-4AF3-B470-91E5F62099BA}" presName="compNode" presStyleCnt="0"/>
      <dgm:spPr/>
    </dgm:pt>
    <dgm:pt modelId="{876E301F-DA69-4F07-9A54-6BD641F9EB4D}" type="pres">
      <dgm:prSet presAssocID="{7A183C79-161A-4AF3-B470-91E5F62099BA}" presName="iconRect" presStyleLbl="node1" presStyleIdx="2" presStyleCnt="4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aart met speld met effen opvulling"/>
        </a:ext>
      </dgm:extLst>
    </dgm:pt>
    <dgm:pt modelId="{99EA2DAD-83CD-4C79-A536-FBEFEEFA57EC}" type="pres">
      <dgm:prSet presAssocID="{7A183C79-161A-4AF3-B470-91E5F62099BA}" presName="spaceRect" presStyleCnt="0"/>
      <dgm:spPr/>
    </dgm:pt>
    <dgm:pt modelId="{DA09187E-CB5D-438C-B296-8FD34ED9160B}" type="pres">
      <dgm:prSet presAssocID="{7A183C79-161A-4AF3-B470-91E5F62099BA}" presName="textRect" presStyleLbl="revTx" presStyleIdx="2" presStyleCnt="4">
        <dgm:presLayoutVars>
          <dgm:chMax val="1"/>
          <dgm:chPref val="1"/>
        </dgm:presLayoutVars>
      </dgm:prSet>
      <dgm:spPr/>
    </dgm:pt>
    <dgm:pt modelId="{0F7CEFAF-342F-432F-A0EE-4C795D56CB69}" type="pres">
      <dgm:prSet presAssocID="{C417258D-C716-47A7-8B36-9FEFDF630EA6}" presName="sibTrans" presStyleCnt="0"/>
      <dgm:spPr/>
    </dgm:pt>
    <dgm:pt modelId="{EFE3DE94-3DAD-4DCB-8568-E0719E3BE1E2}" type="pres">
      <dgm:prSet presAssocID="{F400F32C-3133-4403-9507-FDA4EDA4DF2E}" presName="compNode" presStyleCnt="0"/>
      <dgm:spPr/>
    </dgm:pt>
    <dgm:pt modelId="{40421581-DA9A-4E8E-B5FA-244CC6775BD8}" type="pres">
      <dgm:prSet presAssocID="{F400F32C-3133-4403-9507-FDA4EDA4DF2E}" presName="iconRect" presStyleLbl="node1" presStyleIdx="3" presStyleCnt="4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irtual reality-headset met effen opvulling"/>
        </a:ext>
      </dgm:extLst>
    </dgm:pt>
    <dgm:pt modelId="{2C30DBEB-D445-49AB-BBB6-6C89FC5083A9}" type="pres">
      <dgm:prSet presAssocID="{F400F32C-3133-4403-9507-FDA4EDA4DF2E}" presName="spaceRect" presStyleCnt="0"/>
      <dgm:spPr/>
    </dgm:pt>
    <dgm:pt modelId="{F14CB415-3C59-4DC6-A1F3-580E175EF583}" type="pres">
      <dgm:prSet presAssocID="{F400F32C-3133-4403-9507-FDA4EDA4DF2E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77249321-CC54-44D6-B392-05480B28D1FA}" srcId="{ABC053B0-225B-4AFF-8D6B-80DE40B27ED9}" destId="{587A1777-589E-46C4-8C2A-610FF357CD79}" srcOrd="1" destOrd="0" parTransId="{D9C910C7-8428-4F47-A054-3DB3B15EEE77}" sibTransId="{7D52D74F-7E00-471B-9BF6-A7758F5A5CE2}"/>
    <dgm:cxn modelId="{D7F5945B-937B-45E0-BC72-3875E07CF49A}" type="presOf" srcId="{ABC053B0-225B-4AFF-8D6B-80DE40B27ED9}" destId="{520A1CBF-160E-4FE0-8F43-99B61AA5D952}" srcOrd="0" destOrd="0" presId="urn:microsoft.com/office/officeart/2018/2/layout/IconLabelList"/>
    <dgm:cxn modelId="{510CD45D-2D1C-4B76-BC30-EBACB29AC977}" type="presOf" srcId="{7A183C79-161A-4AF3-B470-91E5F62099BA}" destId="{DA09187E-CB5D-438C-B296-8FD34ED9160B}" srcOrd="0" destOrd="0" presId="urn:microsoft.com/office/officeart/2018/2/layout/IconLabelList"/>
    <dgm:cxn modelId="{29A8B06D-C450-431A-82F3-425FBDC8E13E}" type="presOf" srcId="{587A1777-589E-46C4-8C2A-610FF357CD79}" destId="{7A1AE868-585D-488F-8E09-81028116D3A5}" srcOrd="0" destOrd="0" presId="urn:microsoft.com/office/officeart/2018/2/layout/IconLabelList"/>
    <dgm:cxn modelId="{1D14B56D-8E7A-47C5-A7B8-197FC90215B6}" srcId="{ABC053B0-225B-4AFF-8D6B-80DE40B27ED9}" destId="{F400F32C-3133-4403-9507-FDA4EDA4DF2E}" srcOrd="3" destOrd="0" parTransId="{A3953AB4-1C85-40B6-98DC-BF23B1B2A5DC}" sibTransId="{64BAC0CC-22B0-4A45-94D2-3116F2109335}"/>
    <dgm:cxn modelId="{28E9C658-96E5-4868-8E14-090C29B3D7B2}" type="presOf" srcId="{679F105B-E3DD-4727-8D15-6494D065EC6A}" destId="{1D00FD48-508A-4995-9C45-A594E0B2DB70}" srcOrd="0" destOrd="0" presId="urn:microsoft.com/office/officeart/2018/2/layout/IconLabelList"/>
    <dgm:cxn modelId="{F2C701C8-F60A-4378-B583-22A364E9FECD}" srcId="{ABC053B0-225B-4AFF-8D6B-80DE40B27ED9}" destId="{679F105B-E3DD-4727-8D15-6494D065EC6A}" srcOrd="0" destOrd="0" parTransId="{E3EBDA3C-D0AA-4978-A12A-D9BD75978876}" sibTransId="{83500749-3ECF-412D-BA47-731BE8781F63}"/>
    <dgm:cxn modelId="{D65662C9-1A47-4695-A2FD-D4127DD6595A}" type="presOf" srcId="{F400F32C-3133-4403-9507-FDA4EDA4DF2E}" destId="{F14CB415-3C59-4DC6-A1F3-580E175EF583}" srcOrd="0" destOrd="0" presId="urn:microsoft.com/office/officeart/2018/2/layout/IconLabelList"/>
    <dgm:cxn modelId="{1D53FEE3-7D35-4FA2-9383-9B5B38E19D35}" srcId="{ABC053B0-225B-4AFF-8D6B-80DE40B27ED9}" destId="{7A183C79-161A-4AF3-B470-91E5F62099BA}" srcOrd="2" destOrd="0" parTransId="{DEB8959B-CF42-4CA3-88AE-F5DEEF07E1F1}" sibTransId="{C417258D-C716-47A7-8B36-9FEFDF630EA6}"/>
    <dgm:cxn modelId="{00DF35C7-DB5D-4DC3-9F78-03502C9053C3}" type="presParOf" srcId="{520A1CBF-160E-4FE0-8F43-99B61AA5D952}" destId="{55FBF27D-7F51-4871-8E9F-254F1E2631F3}" srcOrd="0" destOrd="0" presId="urn:microsoft.com/office/officeart/2018/2/layout/IconLabelList"/>
    <dgm:cxn modelId="{7643D87C-7B54-4E0C-A2DE-F4B20644D69F}" type="presParOf" srcId="{55FBF27D-7F51-4871-8E9F-254F1E2631F3}" destId="{92BE5EFE-0328-4B28-BA67-182771749383}" srcOrd="0" destOrd="0" presId="urn:microsoft.com/office/officeart/2018/2/layout/IconLabelList"/>
    <dgm:cxn modelId="{F6FFA06C-4E39-4E35-AD25-731509146DCC}" type="presParOf" srcId="{55FBF27D-7F51-4871-8E9F-254F1E2631F3}" destId="{9868ABF9-BC02-46F3-92A6-184EE5755D80}" srcOrd="1" destOrd="0" presId="urn:microsoft.com/office/officeart/2018/2/layout/IconLabelList"/>
    <dgm:cxn modelId="{49F78841-A4F1-4B80-8BCD-113D8A71E96A}" type="presParOf" srcId="{55FBF27D-7F51-4871-8E9F-254F1E2631F3}" destId="{1D00FD48-508A-4995-9C45-A594E0B2DB70}" srcOrd="2" destOrd="0" presId="urn:microsoft.com/office/officeart/2018/2/layout/IconLabelList"/>
    <dgm:cxn modelId="{32A938F0-B271-4702-9F47-CD4AEA33359B}" type="presParOf" srcId="{520A1CBF-160E-4FE0-8F43-99B61AA5D952}" destId="{149B7FD3-819D-4EFF-B2D1-625933976AAB}" srcOrd="1" destOrd="0" presId="urn:microsoft.com/office/officeart/2018/2/layout/IconLabelList"/>
    <dgm:cxn modelId="{E708015B-7E8C-4FB9-B13B-F3CFC79B3C07}" type="presParOf" srcId="{520A1CBF-160E-4FE0-8F43-99B61AA5D952}" destId="{44FE21FE-CBCF-4687-94A8-D0D9C8B07FE5}" srcOrd="2" destOrd="0" presId="urn:microsoft.com/office/officeart/2018/2/layout/IconLabelList"/>
    <dgm:cxn modelId="{4C2E5CA6-FDF4-412B-B599-85D1C6C0CCB7}" type="presParOf" srcId="{44FE21FE-CBCF-4687-94A8-D0D9C8B07FE5}" destId="{AB961A2C-2181-430A-8B1E-7B5FF8BD9E57}" srcOrd="0" destOrd="0" presId="urn:microsoft.com/office/officeart/2018/2/layout/IconLabelList"/>
    <dgm:cxn modelId="{C4539D02-EBAF-4CAE-90BD-8C88424BF271}" type="presParOf" srcId="{44FE21FE-CBCF-4687-94A8-D0D9C8B07FE5}" destId="{8D113A25-2A4E-4E14-B882-10DBC6041F51}" srcOrd="1" destOrd="0" presId="urn:microsoft.com/office/officeart/2018/2/layout/IconLabelList"/>
    <dgm:cxn modelId="{33C3E2CE-2469-4C2A-81BA-ADCFD938D72A}" type="presParOf" srcId="{44FE21FE-CBCF-4687-94A8-D0D9C8B07FE5}" destId="{7A1AE868-585D-488F-8E09-81028116D3A5}" srcOrd="2" destOrd="0" presId="urn:microsoft.com/office/officeart/2018/2/layout/IconLabelList"/>
    <dgm:cxn modelId="{DCF4FEDA-CD3C-43C3-A856-1C8C80CE38A5}" type="presParOf" srcId="{520A1CBF-160E-4FE0-8F43-99B61AA5D952}" destId="{F5A2C40B-23B2-47F8-8180-8B6543E5947D}" srcOrd="3" destOrd="0" presId="urn:microsoft.com/office/officeart/2018/2/layout/IconLabelList"/>
    <dgm:cxn modelId="{CB31CF9B-1903-49E9-AFB3-851BDA53CD50}" type="presParOf" srcId="{520A1CBF-160E-4FE0-8F43-99B61AA5D952}" destId="{7518FCA0-3DFE-4D1A-BBEC-AF966E8E070E}" srcOrd="4" destOrd="0" presId="urn:microsoft.com/office/officeart/2018/2/layout/IconLabelList"/>
    <dgm:cxn modelId="{F3A257D4-F5AA-4E43-8B98-488BE4166894}" type="presParOf" srcId="{7518FCA0-3DFE-4D1A-BBEC-AF966E8E070E}" destId="{876E301F-DA69-4F07-9A54-6BD641F9EB4D}" srcOrd="0" destOrd="0" presId="urn:microsoft.com/office/officeart/2018/2/layout/IconLabelList"/>
    <dgm:cxn modelId="{2A7405A0-0A9A-4896-AD59-80C5F45010F4}" type="presParOf" srcId="{7518FCA0-3DFE-4D1A-BBEC-AF966E8E070E}" destId="{99EA2DAD-83CD-4C79-A536-FBEFEEFA57EC}" srcOrd="1" destOrd="0" presId="urn:microsoft.com/office/officeart/2018/2/layout/IconLabelList"/>
    <dgm:cxn modelId="{B1883E2A-2C90-43E5-B625-9214D6C0F6EA}" type="presParOf" srcId="{7518FCA0-3DFE-4D1A-BBEC-AF966E8E070E}" destId="{DA09187E-CB5D-438C-B296-8FD34ED9160B}" srcOrd="2" destOrd="0" presId="urn:microsoft.com/office/officeart/2018/2/layout/IconLabelList"/>
    <dgm:cxn modelId="{50BC7479-BC4D-4E55-BDD2-7CE5677E2D78}" type="presParOf" srcId="{520A1CBF-160E-4FE0-8F43-99B61AA5D952}" destId="{0F7CEFAF-342F-432F-A0EE-4C795D56CB69}" srcOrd="5" destOrd="0" presId="urn:microsoft.com/office/officeart/2018/2/layout/IconLabelList"/>
    <dgm:cxn modelId="{24A00AF4-E356-4B12-B3A4-D2AAFBBED7B2}" type="presParOf" srcId="{520A1CBF-160E-4FE0-8F43-99B61AA5D952}" destId="{EFE3DE94-3DAD-4DCB-8568-E0719E3BE1E2}" srcOrd="6" destOrd="0" presId="urn:microsoft.com/office/officeart/2018/2/layout/IconLabelList"/>
    <dgm:cxn modelId="{223F274A-A3FD-4000-8C65-2262033CB46F}" type="presParOf" srcId="{EFE3DE94-3DAD-4DCB-8568-E0719E3BE1E2}" destId="{40421581-DA9A-4E8E-B5FA-244CC6775BD8}" srcOrd="0" destOrd="0" presId="urn:microsoft.com/office/officeart/2018/2/layout/IconLabelList"/>
    <dgm:cxn modelId="{E44E9A5F-0020-41AE-8BE8-24AF7ADD5711}" type="presParOf" srcId="{EFE3DE94-3DAD-4DCB-8568-E0719E3BE1E2}" destId="{2C30DBEB-D445-49AB-BBB6-6C89FC5083A9}" srcOrd="1" destOrd="0" presId="urn:microsoft.com/office/officeart/2018/2/layout/IconLabelList"/>
    <dgm:cxn modelId="{D5B80A99-6264-415F-8283-FB684F02AA92}" type="presParOf" srcId="{EFE3DE94-3DAD-4DCB-8568-E0719E3BE1E2}" destId="{F14CB415-3C59-4DC6-A1F3-580E175EF583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BE5EFE-0328-4B28-BA67-182771749383}">
      <dsp:nvSpPr>
        <dsp:cNvPr id="0" name=""/>
        <dsp:cNvSpPr/>
      </dsp:nvSpPr>
      <dsp:spPr>
        <a:xfrm>
          <a:off x="752566" y="793641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00FD48-508A-4995-9C45-A594E0B2DB70}">
      <dsp:nvSpPr>
        <dsp:cNvPr id="0" name=""/>
        <dsp:cNvSpPr/>
      </dsp:nvSpPr>
      <dsp:spPr>
        <a:xfrm>
          <a:off x="100682" y="2175763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200" kern="1200"/>
            <a:t>XR Interaction Toolkit (Unity)</a:t>
          </a:r>
          <a:endParaRPr lang="en-US" sz="2200" kern="1200"/>
        </a:p>
      </dsp:txBody>
      <dsp:txXfrm>
        <a:off x="100682" y="2175763"/>
        <a:ext cx="2370489" cy="720000"/>
      </dsp:txXfrm>
    </dsp:sp>
    <dsp:sp modelId="{AB961A2C-2181-430A-8B1E-7B5FF8BD9E57}">
      <dsp:nvSpPr>
        <dsp:cNvPr id="0" name=""/>
        <dsp:cNvSpPr/>
      </dsp:nvSpPr>
      <dsp:spPr>
        <a:xfrm>
          <a:off x="3537891" y="793641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1AE868-585D-488F-8E09-81028116D3A5}">
      <dsp:nvSpPr>
        <dsp:cNvPr id="0" name=""/>
        <dsp:cNvSpPr/>
      </dsp:nvSpPr>
      <dsp:spPr>
        <a:xfrm>
          <a:off x="2886007" y="2175763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200" kern="1200"/>
            <a:t>Elk onderdeel een eigen map</a:t>
          </a:r>
          <a:endParaRPr lang="en-US" sz="2200" kern="1200"/>
        </a:p>
      </dsp:txBody>
      <dsp:txXfrm>
        <a:off x="2886007" y="2175763"/>
        <a:ext cx="2370489" cy="720000"/>
      </dsp:txXfrm>
    </dsp:sp>
    <dsp:sp modelId="{876E301F-DA69-4F07-9A54-6BD641F9EB4D}">
      <dsp:nvSpPr>
        <dsp:cNvPr id="0" name=""/>
        <dsp:cNvSpPr/>
      </dsp:nvSpPr>
      <dsp:spPr>
        <a:xfrm>
          <a:off x="6323216" y="793641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09187E-CB5D-438C-B296-8FD34ED9160B}">
      <dsp:nvSpPr>
        <dsp:cNvPr id="0" name=""/>
        <dsp:cNvSpPr/>
      </dsp:nvSpPr>
      <dsp:spPr>
        <a:xfrm>
          <a:off x="5671332" y="2175763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200" kern="1200"/>
            <a:t>Elks een eigen test omgeving</a:t>
          </a:r>
          <a:endParaRPr lang="en-US" sz="2200" kern="1200"/>
        </a:p>
      </dsp:txBody>
      <dsp:txXfrm>
        <a:off x="5671332" y="2175763"/>
        <a:ext cx="2370489" cy="720000"/>
      </dsp:txXfrm>
    </dsp:sp>
    <dsp:sp modelId="{40421581-DA9A-4E8E-B5FA-244CC6775BD8}">
      <dsp:nvSpPr>
        <dsp:cNvPr id="0" name=""/>
        <dsp:cNvSpPr/>
      </dsp:nvSpPr>
      <dsp:spPr>
        <a:xfrm>
          <a:off x="9108541" y="793641"/>
          <a:ext cx="1066720" cy="1066720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4CB415-3C59-4DC6-A1F3-580E175EF583}">
      <dsp:nvSpPr>
        <dsp:cNvPr id="0" name=""/>
        <dsp:cNvSpPr/>
      </dsp:nvSpPr>
      <dsp:spPr>
        <a:xfrm>
          <a:off x="8456657" y="2175763"/>
          <a:ext cx="23704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200" kern="1200"/>
            <a:t>Meta quest 2/3 performantie target</a:t>
          </a:r>
          <a:endParaRPr lang="en-US" sz="2200" kern="1200"/>
        </a:p>
      </dsp:txBody>
      <dsp:txXfrm>
        <a:off x="8456657" y="2175763"/>
        <a:ext cx="2370489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CB928D-BF25-170F-370A-82083C86FE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D64BF30C-EAA1-827A-0AA7-E1E927B823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EAF4AE-2C6B-EA5F-B0C9-0AF0BF461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83518-544F-44ED-8570-2B568E629D94}" type="datetimeFigureOut">
              <a:rPr lang="nl-BE" smtClean="0"/>
              <a:t>26/05/2026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D128035-2598-4B9A-974A-36E9D54A1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A613236-CC11-D5FD-90CF-AE836688D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9AD1-187A-4B61-99AC-2ACB9F96EC97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6572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44BEE9-3E31-4027-C7E6-36A6E0F8C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2743672-0EA7-4D83-9094-AD0B712A33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6A9DC5B-14E7-5471-432A-CA8CB4958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83518-544F-44ED-8570-2B568E629D94}" type="datetimeFigureOut">
              <a:rPr lang="nl-BE" smtClean="0"/>
              <a:t>26/05/2026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949EF40-FEC0-10F7-2698-69DDFB0BB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1C0BAE4-AC05-5035-C801-D27C8806B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9AD1-187A-4B61-99AC-2ACB9F96EC97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52201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323048-C113-60E1-0A9E-03882E4C3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C4763F3-567F-3019-268A-D89A694115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2567EA4-0FE7-4609-4708-8457C840E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83518-544F-44ED-8570-2B568E629D94}" type="datetimeFigureOut">
              <a:rPr lang="nl-BE" smtClean="0"/>
              <a:t>26/05/2026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7763F22-A47F-50E7-4C3A-E1B0C49DF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3CB9564-2942-AAC8-DA16-11592ED99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9AD1-187A-4B61-99AC-2ACB9F96EC97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06863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FF1991-6EAC-C384-5CEB-F16BAF664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E2905A7-71B2-F61F-5243-8CD6FB44B9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69D54A3-CBCE-9D87-1858-E769504B98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8E9F880-C1A6-6932-099D-F4E365811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83518-544F-44ED-8570-2B568E629D94}" type="datetimeFigureOut">
              <a:rPr lang="nl-BE" smtClean="0"/>
              <a:t>26/05/2026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902962AE-4C29-2964-4205-4D044AE75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798519F-58D1-036B-20B8-735CE93BD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9AD1-187A-4B61-99AC-2ACB9F96EC97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160294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B9C471-4993-ABF4-7B8C-6D84C9E07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0ACD7D4-B24E-E442-E37F-C8C1801DE0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5B32F1B7-9E04-65DF-F045-8390D7A419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E06D2EC4-83A7-872F-7960-4D417B128C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E10CB109-3175-5CC6-913D-FC09813A03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067CEE5B-53A0-A828-A945-FB0E23F73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83518-544F-44ED-8570-2B568E629D94}" type="datetimeFigureOut">
              <a:rPr lang="nl-BE" smtClean="0"/>
              <a:t>26/05/2026</a:t>
            </a:fld>
            <a:endParaRPr lang="nl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52D4A254-9372-33D7-F2F1-CDE9695447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7DEE9F95-365A-502A-EBCA-D2846BC74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9AD1-187A-4B61-99AC-2ACB9F96EC97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945581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E4C288-F59E-F7E9-BD90-FF67649BB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48E518F-6F59-E66B-52FA-0A514C6EB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83518-544F-44ED-8570-2B568E629D94}" type="datetimeFigureOut">
              <a:rPr lang="nl-BE" smtClean="0"/>
              <a:t>26/05/2026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996F1144-C0D9-6CC4-00F3-F1350CB7A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CE882499-B28F-AAEA-E1A2-70771CBC6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9AD1-187A-4B61-99AC-2ACB9F96EC97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405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EBECD92A-741F-9E5C-B937-86AF86BCE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83518-544F-44ED-8570-2B568E629D94}" type="datetimeFigureOut">
              <a:rPr lang="nl-BE" smtClean="0"/>
              <a:t>26/05/2026</a:t>
            </a:fld>
            <a:endParaRPr lang="nl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6DB581CD-0F24-F1D5-435E-ECFCE3860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07DC5F0-9F0D-CFFD-BCAC-7A76F8DDC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9AD1-187A-4B61-99AC-2ACB9F96EC97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17108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A2B9D9-4B2A-AA5C-4BA7-61AF27335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57E483A-5124-6FDB-47BC-2B1F2B8C4F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99C515E-D813-F40C-B9DB-B010267000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F6CC4D25-03C2-2063-CBCC-28042473A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83518-544F-44ED-8570-2B568E629D94}" type="datetimeFigureOut">
              <a:rPr lang="nl-BE" smtClean="0"/>
              <a:t>26/05/2026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5B96554-F08A-B3DD-2007-9293A1CA5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DC453C9-B957-BCB1-9E34-7BDD1DCF4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9AD1-187A-4B61-99AC-2ACB9F96EC97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33488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72978D-FCE0-2395-BD84-921B0E14B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B117C09-F050-6D0E-B977-3794FAF45E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957F603-C069-4A84-279A-F86FFF9D15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00A78F1-1822-79EF-2AC5-5141CAE4A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83518-544F-44ED-8570-2B568E629D94}" type="datetimeFigureOut">
              <a:rPr lang="nl-BE" smtClean="0"/>
              <a:t>26/05/2026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904070EB-B314-04F7-205D-1C43D3D02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F78768A-8132-5FED-4A1C-5CE1421BD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9AD1-187A-4B61-99AC-2ACB9F96EC97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950665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118E32-3DF5-581D-9DF6-C4719BC46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5949B373-7E6F-0C41-47A5-6613DEE3B0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950846D-DAE3-70F3-A436-7B0C18A56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83518-544F-44ED-8570-2B568E629D94}" type="datetimeFigureOut">
              <a:rPr lang="nl-BE" smtClean="0"/>
              <a:t>26/05/2026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8ACE948-D85A-C430-DB11-F18A7D968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E2A45D1-F870-AE1B-7814-A1DE39E43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9AD1-187A-4B61-99AC-2ACB9F96EC97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983859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96B2EFA9-9802-F97B-26EE-7BA099B9FA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83CA0D99-FED8-0C93-AD9A-29A87BF597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76397D1-6953-20C3-ABE3-205246BD6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E83518-544F-44ED-8570-2B568E629D94}" type="datetimeFigureOut">
              <a:rPr lang="nl-BE" smtClean="0"/>
              <a:t>26/05/2026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C731DC4-31DF-2FE1-D202-C028A5BD3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FEE5D2C-D1D5-8C39-8E32-70C525BBB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9AD1-187A-4B61-99AC-2ACB9F96EC97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47328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DEB1FD47-4F23-E0D9-31FA-82EFE9BE1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C127358-375C-7516-1A77-2956EF236F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5476FC2-05DE-9145-EF6D-A63F784EF4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E83518-544F-44ED-8570-2B568E629D94}" type="datetimeFigureOut">
              <a:rPr lang="nl-BE" smtClean="0"/>
              <a:t>26/05/2026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3ADFB01-712A-E47E-4E78-5A21A863CE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AC71489-E880-A3FC-04FE-17DA2AA789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F69AD1-187A-4B61-99AC-2ACB9F96EC97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93876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AzdMS6IM_eQ?feature=oembed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4AC4B9-1203-9BB9-B3C3-8CDD8DCC08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BE" dirty="0"/>
              <a:t>VR </a:t>
            </a:r>
            <a:r>
              <a:rPr lang="nl-BE" dirty="0" err="1"/>
              <a:t>Experience</a:t>
            </a:r>
            <a:endParaRPr lang="nl-BE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B4C018DB-5204-266F-EDAE-73A85BB4FBF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BE" dirty="0"/>
              <a:t>Space Escape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294FEB0D-B034-1617-9CE4-882B509EC443}"/>
              </a:ext>
            </a:extLst>
          </p:cNvPr>
          <p:cNvSpPr txBox="1"/>
          <p:nvPr/>
        </p:nvSpPr>
        <p:spPr>
          <a:xfrm>
            <a:off x="0" y="6515100"/>
            <a:ext cx="54688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 err="1"/>
              <a:t>Spruyt</a:t>
            </a:r>
            <a:r>
              <a:rPr lang="nl-BE" dirty="0"/>
              <a:t> Sem, Haast Jelle</a:t>
            </a:r>
          </a:p>
        </p:txBody>
      </p:sp>
    </p:spTree>
    <p:extLst>
      <p:ext uri="{BB962C8B-B14F-4D97-AF65-F5344CB8AC3E}">
        <p14:creationId xmlns:p14="http://schemas.microsoft.com/office/powerpoint/2010/main" val="9828541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86387DA-2F2C-0695-E72D-84924727C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nl-BE" sz="4000">
                <a:solidFill>
                  <a:srgbClr val="FFFFFF"/>
                </a:solidFill>
              </a:rPr>
              <a:t>Concept &amp; sfeer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17AC11A-8110-CD77-8EFF-D5964D717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nl-BE" sz="2000"/>
              <a:t>Sci-fi horror</a:t>
            </a:r>
          </a:p>
          <a:p>
            <a:endParaRPr lang="nl-BE" sz="2000"/>
          </a:p>
          <a:p>
            <a:r>
              <a:rPr lang="nl-BE" sz="2000"/>
              <a:t>Onrust, monster kan er elke moment aankomen</a:t>
            </a:r>
          </a:p>
        </p:txBody>
      </p:sp>
    </p:spTree>
    <p:extLst>
      <p:ext uri="{BB962C8B-B14F-4D97-AF65-F5344CB8AC3E}">
        <p14:creationId xmlns:p14="http://schemas.microsoft.com/office/powerpoint/2010/main" val="42735613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7B1804E-31AB-F62F-D5B4-744BE9D27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nl-BE" sz="4000">
                <a:solidFill>
                  <a:srgbClr val="FFFFFF"/>
                </a:solidFill>
              </a:rPr>
              <a:t>Gameplay loop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2B25276-4851-4305-B043-92DB764721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nl-BE" sz="2000"/>
              <a:t>Start → omgeving leert je de basis </a:t>
            </a:r>
          </a:p>
          <a:p>
            <a:r>
              <a:rPr lang="nl-BE" sz="2000"/>
              <a:t>Keycard → deur openen </a:t>
            </a:r>
          </a:p>
          <a:p>
            <a:r>
              <a:rPr lang="nl-BE" sz="2000"/>
              <a:t>Lamp ophalen Monster spawnt </a:t>
            </a:r>
          </a:p>
          <a:p>
            <a:r>
              <a:rPr lang="nl-BE" sz="2000"/>
              <a:t>Keycard zoeken (jezelf verstoppen) </a:t>
            </a:r>
          </a:p>
          <a:p>
            <a:r>
              <a:rPr lang="nl-BE" sz="2000"/>
              <a:t>Server kamers → codes verzamelen </a:t>
            </a:r>
          </a:p>
          <a:p>
            <a:r>
              <a:rPr lang="nl-BE" sz="2000"/>
              <a:t>Code ingeven op numpad in observatie ruimte</a:t>
            </a:r>
          </a:p>
          <a:p>
            <a:r>
              <a:rPr lang="nl-BE" sz="2000"/>
              <a:t>Labo → serum maken Monster verslaan → gewonnen</a:t>
            </a:r>
          </a:p>
        </p:txBody>
      </p:sp>
    </p:spTree>
    <p:extLst>
      <p:ext uri="{BB962C8B-B14F-4D97-AF65-F5344CB8AC3E}">
        <p14:creationId xmlns:p14="http://schemas.microsoft.com/office/powerpoint/2010/main" val="17799437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6B82156-F7E7-2881-2289-D89E394A0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nl-BE" sz="4000">
                <a:solidFill>
                  <a:srgbClr val="FFFFFF"/>
                </a:solidFill>
              </a:rPr>
              <a:t>Technische opbouw</a:t>
            </a:r>
          </a:p>
        </p:txBody>
      </p:sp>
      <p:graphicFrame>
        <p:nvGraphicFramePr>
          <p:cNvPr id="5" name="Tijdelijke aanduiding voor inhoud 2">
            <a:extLst>
              <a:ext uri="{FF2B5EF4-FFF2-40B4-BE49-F238E27FC236}">
                <a16:creationId xmlns:a16="http://schemas.microsoft.com/office/drawing/2014/main" id="{6874AFF0-9062-43F0-3F77-C57A004C07A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7155168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779367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FC592C-F317-5093-9813-28FF01BED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De Agent</a:t>
            </a:r>
          </a:p>
        </p:txBody>
      </p:sp>
      <p:graphicFrame>
        <p:nvGraphicFramePr>
          <p:cNvPr id="4" name="Tijdelijke aanduiding voor inhoud 3">
            <a:extLst>
              <a:ext uri="{FF2B5EF4-FFF2-40B4-BE49-F238E27FC236}">
                <a16:creationId xmlns:a16="http://schemas.microsoft.com/office/drawing/2014/main" id="{2DFF5B59-BC6A-A9AC-06BF-9CEE4AC77C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2433482"/>
              </p:ext>
            </p:extLst>
          </p:nvPr>
        </p:nvGraphicFramePr>
        <p:xfrm>
          <a:off x="838200" y="1825625"/>
          <a:ext cx="10515597" cy="4246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1903447574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653708874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3661299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BE"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Beschrijving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Waarde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08968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dirty="0"/>
                        <a:t>Observatie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3D </a:t>
                      </a:r>
                      <a:r>
                        <a:rPr lang="nl-BE" dirty="0" err="1"/>
                        <a:t>ray</a:t>
                      </a:r>
                      <a:r>
                        <a:rPr lang="nl-BE" dirty="0"/>
                        <a:t> </a:t>
                      </a:r>
                      <a:r>
                        <a:rPr lang="nl-BE" dirty="0" err="1"/>
                        <a:t>perception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4644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dirty="0"/>
                        <a:t>Observatie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Agent </a:t>
                      </a:r>
                      <a:r>
                        <a:rPr lang="nl-BE" dirty="0" err="1"/>
                        <a:t>volicity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5808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dirty="0"/>
                        <a:t>Acties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Draaien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925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dirty="0"/>
                        <a:t>Acties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Voorwaarts  &amp; achterwaarts bewegen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1729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dirty="0"/>
                        <a:t>Beloning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 err="1"/>
                        <a:t>Hider</a:t>
                      </a:r>
                      <a:r>
                        <a:rPr lang="nl-BE" dirty="0"/>
                        <a:t> vinden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+10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0591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dirty="0"/>
                        <a:t>Beloning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Dichter bij </a:t>
                      </a:r>
                      <a:r>
                        <a:rPr lang="nl-BE" dirty="0" err="1"/>
                        <a:t>hider</a:t>
                      </a:r>
                      <a:r>
                        <a:rPr lang="nl-BE" dirty="0"/>
                        <a:t> komen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+0.05 * afstand tot </a:t>
                      </a:r>
                      <a:r>
                        <a:rPr lang="nl-BE" dirty="0" err="1"/>
                        <a:t>hider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7504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dirty="0"/>
                        <a:t>Afstraffing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Tijd nemen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-0.001 (variërend door training -)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8833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dirty="0"/>
                        <a:t>Afstraffing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Muur contact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-0.5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0395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dirty="0"/>
                        <a:t>Afstraffing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Obstakel contact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Negatief evenredig met contact duur obstakel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06846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60315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BEAFD26-516F-0709-C54F-19BD99EF8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nl-BE" sz="4000">
                <a:solidFill>
                  <a:srgbClr val="FFFFFF"/>
                </a:solidFill>
              </a:rPr>
              <a:t>Trainingsproces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AE869C8-C8F0-5BE4-FB4D-96449B3EF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nl-BE" sz="2000"/>
              <a:t>Gebruik gemaakt van curriculum learning </a:t>
            </a:r>
          </a:p>
          <a:p>
            <a:pPr marL="0" indent="0">
              <a:buNone/>
            </a:pPr>
            <a:r>
              <a:rPr lang="nl-BE" sz="2000"/>
              <a:t>(=&gt; Het trainen van een makkelijke omgeving naar een moeilijke)</a:t>
            </a:r>
          </a:p>
          <a:p>
            <a:pPr marL="0" indent="0">
              <a:buNone/>
            </a:pPr>
            <a:endParaRPr lang="nl-BE" sz="2000"/>
          </a:p>
          <a:p>
            <a:pPr marL="0" indent="0">
              <a:buNone/>
            </a:pPr>
            <a:endParaRPr lang="nl-BE" sz="2000"/>
          </a:p>
          <a:p>
            <a:pPr marL="0" indent="0">
              <a:buNone/>
            </a:pPr>
            <a:r>
              <a:rPr lang="nl-BE" sz="2000"/>
              <a:t>Voor het trainen tot het huidige model hebben we volgende run’s:</a:t>
            </a:r>
          </a:p>
        </p:txBody>
      </p:sp>
    </p:spTree>
    <p:extLst>
      <p:ext uri="{BB962C8B-B14F-4D97-AF65-F5344CB8AC3E}">
        <p14:creationId xmlns:p14="http://schemas.microsoft.com/office/powerpoint/2010/main" val="3829159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D7789EB-F4E0-AA7E-F04A-883F78FC9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Run1: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6760171E-5A25-A737-F24B-DBE9B3DCE2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5864" y="2181426"/>
            <a:ext cx="4380972" cy="3997637"/>
          </a:xfrm>
          <a:prstGeom prst="rect">
            <a:avLst/>
          </a:prstGeom>
        </p:spPr>
      </p:pic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D84B054A-F3A4-AEF5-966F-0D8517665F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5165" y="2217815"/>
            <a:ext cx="4357309" cy="3997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3072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1C623EC-E06B-86E5-7BB2-7566D8F41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Run 1 omgevingen: 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658039DB-2687-93E5-24A5-37A280C68D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374" y="2181426"/>
            <a:ext cx="4513461" cy="3997637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1B596929-9066-9831-8FE7-1F126278CA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5165" y="2217815"/>
            <a:ext cx="4280964" cy="3997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5902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1699961-3801-F429-B967-5D6D1CAF1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Run2: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900099AE-4D4E-8F42-DB40-A420AD054D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9732" y="2181426"/>
            <a:ext cx="4517103" cy="3997637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5AD4DD51-8348-72A9-8CC8-9FA40C9D5E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5165" y="2217815"/>
            <a:ext cx="4275755" cy="3997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2820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35851F7-ABF9-BDAD-5F80-09E8FEDA7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Run2 omgeving:</a:t>
            </a: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77F93F08-6C1D-6043-80AC-1E19C852B069}"/>
              </a:ext>
            </a:extLst>
          </p:cNvPr>
          <p:cNvSpPr txBox="1"/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/>
              <a:t>Doorheen de training: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Begonnen met enkele rechte kasten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Doorheen de training meer hoeken waar het makkelijk is om vast te zitten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Meer kasten en objecten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FB27BB11-FE01-EEF1-3BD5-92EF78AB6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1909" y="564613"/>
            <a:ext cx="5812018" cy="5728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343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0703939-5463-7C2A-09C9-69321173E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Run3: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9BF6B928-7972-C3B7-BF0B-FF96C9C8B5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7692" y="2181426"/>
            <a:ext cx="4479144" cy="3997637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597C257D-443D-1152-2004-21D34348D1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5165" y="2217815"/>
            <a:ext cx="4466850" cy="3997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6110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95ED6F-6D8C-46B5-60D8-7DFEFF6AF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nl-BE" sz="4000">
                <a:solidFill>
                  <a:srgbClr val="FFFFFF"/>
                </a:solidFill>
              </a:rPr>
              <a:t>Run 3 omgeving: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F177341-5EC8-042C-D1C4-1B3EB22FB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nl-BE" sz="2000"/>
              <a:t>Grootste deel zelfde omgeving</a:t>
            </a:r>
          </a:p>
          <a:p>
            <a:endParaRPr lang="nl-BE" sz="2000"/>
          </a:p>
          <a:p>
            <a:r>
              <a:rPr lang="nl-BE" sz="2000"/>
              <a:t>Edge cases weghalen:</a:t>
            </a:r>
          </a:p>
          <a:p>
            <a:pPr lvl="1"/>
            <a:r>
              <a:rPr lang="nl-BE" sz="2000"/>
              <a:t>Hider meer op deze locaties zetten.</a:t>
            </a:r>
          </a:p>
          <a:p>
            <a:pPr lvl="1"/>
            <a:r>
              <a:rPr lang="nl-BE" sz="2000"/>
              <a:t>Omgeving een klein beetje aan aanpassen.</a:t>
            </a:r>
          </a:p>
        </p:txBody>
      </p:sp>
    </p:spTree>
    <p:extLst>
      <p:ext uri="{BB962C8B-B14F-4D97-AF65-F5344CB8AC3E}">
        <p14:creationId xmlns:p14="http://schemas.microsoft.com/office/powerpoint/2010/main" val="10505395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7B7F46E-0503-EA71-5BC7-F715ABB71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nl-BE" sz="4000">
                <a:solidFill>
                  <a:srgbClr val="FFFFFF"/>
                </a:solidFill>
              </a:rPr>
              <a:t>Optimalisaties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C096433-6303-2BA8-460C-3CDCF9ABDC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nl-BE" sz="2000"/>
              <a:t>Static batching</a:t>
            </a:r>
          </a:p>
          <a:p>
            <a:endParaRPr lang="nl-BE" sz="2000"/>
          </a:p>
          <a:p>
            <a:r>
              <a:rPr lang="nl-BE" sz="2000"/>
              <a:t>Occlusion culling</a:t>
            </a:r>
          </a:p>
          <a:p>
            <a:endParaRPr lang="nl-BE" sz="2000"/>
          </a:p>
          <a:p>
            <a:r>
              <a:rPr lang="nl-BE" sz="2000"/>
              <a:t>FP16 model</a:t>
            </a:r>
          </a:p>
          <a:p>
            <a:endParaRPr lang="nl-BE" sz="2000"/>
          </a:p>
          <a:p>
            <a:r>
              <a:rPr lang="nl-BE" sz="2000"/>
              <a:t>Shadows</a:t>
            </a:r>
          </a:p>
          <a:p>
            <a:endParaRPr lang="nl-BE" sz="2000"/>
          </a:p>
          <a:p>
            <a:r>
              <a:rPr lang="nl-BE" sz="2000"/>
              <a:t>MSAA</a:t>
            </a:r>
          </a:p>
        </p:txBody>
      </p:sp>
    </p:spTree>
    <p:extLst>
      <p:ext uri="{BB962C8B-B14F-4D97-AF65-F5344CB8AC3E}">
        <p14:creationId xmlns:p14="http://schemas.microsoft.com/office/powerpoint/2010/main" val="31017957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020744E-E74B-CE4B-F9B7-13C77BD96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nl-BE" sz="4000">
                <a:solidFill>
                  <a:srgbClr val="FFFFFF"/>
                </a:solidFill>
              </a:rPr>
              <a:t>Afwijkingen van one pager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0D3A2A6-BA76-7EDE-7316-46FAAE0EE1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nl-BE" sz="2000"/>
              <a:t>AI moeilijker dan verwacht</a:t>
            </a:r>
          </a:p>
          <a:p>
            <a:endParaRPr lang="nl-BE" sz="2000"/>
          </a:p>
          <a:p>
            <a:r>
              <a:rPr lang="nl-BE" sz="2000"/>
              <a:t>Vooral trainen op obstacle avoidance i.p.v. de omgeving zelf.</a:t>
            </a:r>
          </a:p>
          <a:p>
            <a:endParaRPr lang="nl-BE" sz="2000"/>
          </a:p>
          <a:p>
            <a:r>
              <a:rPr lang="nl-BE" sz="2000"/>
              <a:t>Schuifdeur i.p.v. gewone deuren</a:t>
            </a:r>
          </a:p>
          <a:p>
            <a:endParaRPr lang="nl-BE" sz="2000"/>
          </a:p>
          <a:p>
            <a:r>
              <a:rPr lang="nl-BE" sz="2000"/>
              <a:t>Schuilplekken waren moeilijk</a:t>
            </a:r>
          </a:p>
          <a:p>
            <a:endParaRPr lang="nl-BE" sz="2000"/>
          </a:p>
          <a:p>
            <a:endParaRPr lang="nl-BE" sz="2000"/>
          </a:p>
        </p:txBody>
      </p:sp>
    </p:spTree>
    <p:extLst>
      <p:ext uri="{BB962C8B-B14F-4D97-AF65-F5344CB8AC3E}">
        <p14:creationId xmlns:p14="http://schemas.microsoft.com/office/powerpoint/2010/main" val="20336820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87E03F6-1E53-207A-4D68-9618FF56B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Demo/trailer</a:t>
            </a:r>
          </a:p>
        </p:txBody>
      </p:sp>
      <p:pic>
        <p:nvPicPr>
          <p:cNvPr id="4" name="Onlinemedia 3" title="Trailer1">
            <a:hlinkClick r:id="" action="ppaction://media"/>
            <a:extLst>
              <a:ext uri="{FF2B5EF4-FFF2-40B4-BE49-F238E27FC236}">
                <a16:creationId xmlns:a16="http://schemas.microsoft.com/office/drawing/2014/main" id="{8ABE51EC-E93F-DF19-15AD-293F84D3F355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156035" y="1966293"/>
            <a:ext cx="7879929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087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871659-2407-9D07-1B28-1EC1330D8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Conclusie &amp; verbeteringen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7A33D14-0B48-FA36-C8F2-C19BF105B3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BE" b="1" dirty="0">
                <a:effectLst/>
              </a:rPr>
              <a:t>Conclusie</a:t>
            </a:r>
            <a:r>
              <a:rPr lang="nl-BE" b="1" dirty="0"/>
              <a:t> </a:t>
            </a:r>
          </a:p>
          <a:p>
            <a:r>
              <a:rPr lang="nl-BE" dirty="0">
                <a:effectLst/>
              </a:rPr>
              <a:t>VR horrorgame op Meta </a:t>
            </a:r>
            <a:r>
              <a:rPr lang="nl-BE" dirty="0" err="1">
                <a:effectLst/>
              </a:rPr>
              <a:t>Quest</a:t>
            </a:r>
            <a:r>
              <a:rPr lang="nl-BE" dirty="0"/>
              <a:t>.</a:t>
            </a:r>
            <a:endParaRPr lang="nl-BE" dirty="0">
              <a:effectLst/>
            </a:endParaRPr>
          </a:p>
          <a:p>
            <a:r>
              <a:rPr lang="nl-BE" dirty="0">
                <a:effectLst/>
              </a:rPr>
              <a:t>ML-Agent traint succesvol via curriculum </a:t>
            </a:r>
            <a:r>
              <a:rPr lang="nl-BE" dirty="0" err="1">
                <a:effectLst/>
              </a:rPr>
              <a:t>learning</a:t>
            </a:r>
            <a:r>
              <a:rPr lang="nl-BE" dirty="0"/>
              <a:t>.</a:t>
            </a:r>
            <a:endParaRPr lang="nl-BE" dirty="0">
              <a:effectLst/>
            </a:endParaRPr>
          </a:p>
          <a:p>
            <a:r>
              <a:rPr lang="nl-BE" dirty="0">
                <a:effectLst/>
              </a:rPr>
              <a:t>Gameplay loop volledig werkend(kleine bugs nog mogelijk).</a:t>
            </a:r>
          </a:p>
          <a:p>
            <a:r>
              <a:rPr lang="nl-BE" dirty="0">
                <a:effectLst/>
              </a:rPr>
              <a:t>Optimalisaties voor stabiel 72fps.</a:t>
            </a:r>
          </a:p>
          <a:p>
            <a:endParaRPr lang="nl-BE" dirty="0">
              <a:effectLst/>
            </a:endParaRPr>
          </a:p>
          <a:p>
            <a:pPr marL="0" indent="0">
              <a:buNone/>
            </a:pPr>
            <a:r>
              <a:rPr lang="nl-BE" b="1" dirty="0">
                <a:effectLst/>
              </a:rPr>
              <a:t>Verbetering</a:t>
            </a:r>
            <a:endParaRPr lang="nl-BE" dirty="0">
              <a:effectLst/>
            </a:endParaRPr>
          </a:p>
          <a:p>
            <a:r>
              <a:rPr lang="nl-BE" dirty="0">
                <a:effectLst/>
              </a:rPr>
              <a:t>Fine-</a:t>
            </a:r>
            <a:r>
              <a:rPr lang="nl-BE" dirty="0" err="1">
                <a:effectLst/>
              </a:rPr>
              <a:t>tuning</a:t>
            </a:r>
            <a:r>
              <a:rPr lang="nl-BE" dirty="0">
                <a:effectLst/>
              </a:rPr>
              <a:t> agent per individuele kamer</a:t>
            </a:r>
          </a:p>
          <a:p>
            <a:endParaRPr lang="nl-BE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4858125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CECC96-BF39-14A4-2754-AA5795FB6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Bronnen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60C3381-67E2-139F-79B3-91C7BF9396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33262394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331</Words>
  <Application>Microsoft Office PowerPoint</Application>
  <PresentationFormat>Breedbeeld</PresentationFormat>
  <Paragraphs>104</Paragraphs>
  <Slides>17</Slides>
  <Notes>0</Notes>
  <HiddenSlides>0</HiddenSlides>
  <MMClips>1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Kantoorthema</vt:lpstr>
      <vt:lpstr>VR Experience</vt:lpstr>
      <vt:lpstr>Concept &amp; sfeer</vt:lpstr>
      <vt:lpstr>Gameplay loop</vt:lpstr>
      <vt:lpstr>Technische opbouw</vt:lpstr>
      <vt:lpstr>De Agent</vt:lpstr>
      <vt:lpstr>Trainingsproces</vt:lpstr>
      <vt:lpstr>Run1:</vt:lpstr>
      <vt:lpstr>Run 1 omgevingen: </vt:lpstr>
      <vt:lpstr>Run2:</vt:lpstr>
      <vt:lpstr>Run2 omgeving:</vt:lpstr>
      <vt:lpstr>Run3:</vt:lpstr>
      <vt:lpstr>Run 3 omgeving:</vt:lpstr>
      <vt:lpstr>Optimalisaties</vt:lpstr>
      <vt:lpstr>Afwijkingen van one pager</vt:lpstr>
      <vt:lpstr>Demo/trailer</vt:lpstr>
      <vt:lpstr>Conclusie &amp; verbeteringen</vt:lpstr>
      <vt:lpstr>Bronnen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Haast Jelle [student]</dc:creator>
  <cp:lastModifiedBy>Haast Jelle [student]</cp:lastModifiedBy>
  <cp:revision>23</cp:revision>
  <dcterms:created xsi:type="dcterms:W3CDTF">2026-05-26T14:54:09Z</dcterms:created>
  <dcterms:modified xsi:type="dcterms:W3CDTF">2026-05-26T16:18:38Z</dcterms:modified>
</cp:coreProperties>
</file>